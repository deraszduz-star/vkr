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6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7.xml" ContentType="application/vnd.openxmlformats-officedocument.presentationml.notesSlide+xml"/>
  <Override PartName="/ppt/theme/themeOverride7.xml" ContentType="application/vnd.openxmlformats-officedocument.themeOverride+xml"/>
  <Override PartName="/ppt/notesSlides/notesSlide8.xml" ContentType="application/vnd.openxmlformats-officedocument.presentationml.notesSlide+xml"/>
  <Override PartName="/ppt/theme/themeOverride8.xml" ContentType="application/vnd.openxmlformats-officedocument.themeOverride+xml"/>
  <Override PartName="/ppt/notesSlides/notesSlide9.xml" ContentType="application/vnd.openxmlformats-officedocument.presentationml.notesSlide+xml"/>
  <Override PartName="/ppt/theme/themeOverride9.xml" ContentType="application/vnd.openxmlformats-officedocument.themeOverride+xml"/>
  <Override PartName="/ppt/notesSlides/notesSlide10.xml" ContentType="application/vnd.openxmlformats-officedocument.presentationml.notesSlide+xml"/>
  <Override PartName="/ppt/theme/themeOverride10.xml" ContentType="application/vnd.openxmlformats-officedocument.themeOverride+xml"/>
  <Override PartName="/ppt/notesSlides/notesSlide11.xml" ContentType="application/vnd.openxmlformats-officedocument.presentationml.notesSlide+xml"/>
  <Override PartName="/ppt/theme/themeOverride11.xml" ContentType="application/vnd.openxmlformats-officedocument.themeOverride+xml"/>
  <Override PartName="/ppt/notesSlides/notesSlide12.xml" ContentType="application/vnd.openxmlformats-officedocument.presentationml.notesSlide+xml"/>
  <Override PartName="/ppt/theme/themeOverride12.xml" ContentType="application/vnd.openxmlformats-officedocument.themeOverride+xml"/>
  <Override PartName="/ppt/notesSlides/notesSlide13.xml" ContentType="application/vnd.openxmlformats-officedocument.presentationml.notesSlide+xml"/>
  <Override PartName="/ppt/theme/themeOverride13.xml" ContentType="application/vnd.openxmlformats-officedocument.themeOverride+xml"/>
  <Override PartName="/ppt/notesSlides/notesSlide14.xml" ContentType="application/vnd.openxmlformats-officedocument.presentationml.notesSlide+xml"/>
  <Override PartName="/ppt/theme/themeOverride14.xml" ContentType="application/vnd.openxmlformats-officedocument.themeOverride+xml"/>
  <Override PartName="/ppt/notesSlides/notesSlide15.xml" ContentType="application/vnd.openxmlformats-officedocument.presentationml.notesSlide+xml"/>
  <Override PartName="/ppt/theme/themeOverride15.xml" ContentType="application/vnd.openxmlformats-officedocument.themeOverride+xml"/>
  <Override PartName="/ppt/notesSlides/notesSlide16.xml" ContentType="application/vnd.openxmlformats-officedocument.presentationml.notesSlide+xml"/>
  <Override PartName="/ppt/theme/themeOverride16.xml" ContentType="application/vnd.openxmlformats-officedocument.themeOverride+xml"/>
  <Override PartName="/ppt/notesSlides/notesSlide17.xml" ContentType="application/vnd.openxmlformats-officedocument.presentationml.notesSlide+xml"/>
  <Override PartName="/ppt/theme/themeOverride17.xml" ContentType="application/vnd.openxmlformats-officedocument.themeOverride+xml"/>
  <Override PartName="/ppt/notesSlides/notesSlide18.xml" ContentType="application/vnd.openxmlformats-officedocument.presentationml.notesSlide+xml"/>
  <Override PartName="/ppt/theme/themeOverride18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32"/>
  </p:notesMasterIdLst>
  <p:sldIdLst>
    <p:sldId id="256" r:id="rId2"/>
    <p:sldId id="486" r:id="rId3"/>
    <p:sldId id="491" r:id="rId4"/>
    <p:sldId id="285" r:id="rId5"/>
    <p:sldId id="487" r:id="rId6"/>
    <p:sldId id="344" r:id="rId7"/>
    <p:sldId id="488" r:id="rId8"/>
    <p:sldId id="489" r:id="rId9"/>
    <p:sldId id="493" r:id="rId10"/>
    <p:sldId id="502" r:id="rId11"/>
    <p:sldId id="503" r:id="rId12"/>
    <p:sldId id="505" r:id="rId13"/>
    <p:sldId id="504" r:id="rId14"/>
    <p:sldId id="506" r:id="rId15"/>
    <p:sldId id="507" r:id="rId16"/>
    <p:sldId id="508" r:id="rId17"/>
    <p:sldId id="509" r:id="rId18"/>
    <p:sldId id="510" r:id="rId19"/>
    <p:sldId id="490" r:id="rId20"/>
    <p:sldId id="498" r:id="rId21"/>
    <p:sldId id="495" r:id="rId22"/>
    <p:sldId id="497" r:id="rId23"/>
    <p:sldId id="496" r:id="rId24"/>
    <p:sldId id="499" r:id="rId25"/>
    <p:sldId id="494" r:id="rId26"/>
    <p:sldId id="501" r:id="rId27"/>
    <p:sldId id="500" r:id="rId28"/>
    <p:sldId id="511" r:id="rId29"/>
    <p:sldId id="512" r:id="rId30"/>
    <p:sldId id="513" r:id="rId31"/>
  </p:sldIdLst>
  <p:sldSz cx="9144000" cy="5143500" type="screen16x9"/>
  <p:notesSz cx="6858000" cy="9144000"/>
  <p:defaultTextStyle>
    <a:lvl1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ru-ru" sz="1800" b="0" i="0" u="none" strike="noStrike" kern="1" cap="none" spc="0" baseline="0">
        <a:solidFill>
          <a:schemeClr val="tx1"/>
        </a:solidFill>
        <a:effectLst/>
        <a:latin typeface="Calibri" pitchFamily="2" charset="-52"/>
        <a:ea typeface="Calibri" pitchFamily="2" charset="-52"/>
        <a:cs typeface="Calibri" pitchFamily="2" charset="-52"/>
      </a:defRPr>
    </a:lvl1pPr>
    <a:lvl2pPr marL="4572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ru-ru" sz="1800" b="0" i="0" u="none" strike="noStrike" kern="1" cap="none" spc="0" baseline="0">
        <a:solidFill>
          <a:schemeClr val="tx1"/>
        </a:solidFill>
        <a:effectLst/>
        <a:latin typeface="Calibri" pitchFamily="2" charset="-52"/>
        <a:ea typeface="Calibri" pitchFamily="2" charset="-52"/>
        <a:cs typeface="Calibri" pitchFamily="2" charset="-52"/>
      </a:defRPr>
    </a:lvl2pPr>
    <a:lvl3pPr marL="9144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ru-ru" sz="1800" b="0" i="0" u="none" strike="noStrike" kern="1" cap="none" spc="0" baseline="0">
        <a:solidFill>
          <a:schemeClr val="tx1"/>
        </a:solidFill>
        <a:effectLst/>
        <a:latin typeface="Calibri" pitchFamily="2" charset="-52"/>
        <a:ea typeface="Calibri" pitchFamily="2" charset="-52"/>
        <a:cs typeface="Calibri" pitchFamily="2" charset="-52"/>
      </a:defRPr>
    </a:lvl3pPr>
    <a:lvl4pPr marL="13716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ru-ru" sz="1800" b="0" i="0" u="none" strike="noStrike" kern="1" cap="none" spc="0" baseline="0">
        <a:solidFill>
          <a:schemeClr val="tx1"/>
        </a:solidFill>
        <a:effectLst/>
        <a:latin typeface="Calibri" pitchFamily="2" charset="-52"/>
        <a:ea typeface="Calibri" pitchFamily="2" charset="-52"/>
        <a:cs typeface="Calibri" pitchFamily="2" charset="-52"/>
      </a:defRPr>
    </a:lvl4pPr>
    <a:lvl5pPr marL="18288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ru-ru" sz="1800" b="0" i="0" u="none" strike="noStrike" kern="1" cap="none" spc="0" baseline="0">
        <a:solidFill>
          <a:schemeClr val="tx1"/>
        </a:solidFill>
        <a:effectLst/>
        <a:latin typeface="Calibri" pitchFamily="2" charset="-52"/>
        <a:ea typeface="Calibri" pitchFamily="2" charset="-52"/>
        <a:cs typeface="Calibri" pitchFamily="2" charset="-52"/>
      </a:defRPr>
    </a:lvl5pPr>
    <a:lvl6pPr marL="22860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ru-ru" sz="1800" b="0" i="0" u="none" strike="noStrike" kern="1" cap="none" spc="0" baseline="0">
        <a:solidFill>
          <a:schemeClr val="tx1"/>
        </a:solidFill>
        <a:effectLst/>
        <a:latin typeface="Calibri" pitchFamily="2" charset="-52"/>
        <a:ea typeface="Calibri" pitchFamily="2" charset="-52"/>
        <a:cs typeface="Calibri" pitchFamily="2" charset="-52"/>
      </a:defRPr>
    </a:lvl6pPr>
    <a:lvl7pPr marL="27432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ru-ru" sz="1800" b="0" i="0" u="none" strike="noStrike" kern="1" cap="none" spc="0" baseline="0">
        <a:solidFill>
          <a:schemeClr val="tx1"/>
        </a:solidFill>
        <a:effectLst/>
        <a:latin typeface="Calibri" pitchFamily="2" charset="-52"/>
        <a:ea typeface="Calibri" pitchFamily="2" charset="-52"/>
        <a:cs typeface="Calibri" pitchFamily="2" charset="-52"/>
      </a:defRPr>
    </a:lvl7pPr>
    <a:lvl8pPr marL="32004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ru-ru" sz="1800" b="0" i="0" u="none" strike="noStrike" kern="1" cap="none" spc="0" baseline="0">
        <a:solidFill>
          <a:schemeClr val="tx1"/>
        </a:solidFill>
        <a:effectLst/>
        <a:latin typeface="Calibri" pitchFamily="2" charset="-52"/>
        <a:ea typeface="Calibri" pitchFamily="2" charset="-52"/>
        <a:cs typeface="Calibri" pitchFamily="2" charset="-52"/>
      </a:defRPr>
    </a:lvl8pPr>
    <a:lvl9pPr marL="36576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ru-ru" sz="1800" b="0" i="0" u="none" strike="noStrike" kern="1" cap="none" spc="0" baseline="0">
        <a:solidFill>
          <a:schemeClr val="tx1"/>
        </a:solidFill>
        <a:effectLst/>
        <a:latin typeface="Calibri" pitchFamily="2" charset="-52"/>
        <a:ea typeface="Calibri" pitchFamily="2" charset="-52"/>
        <a:cs typeface="Calibri" pitchFamily="2" charset="-52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smNativeData">
      <pr:smAppRevision xmlns="smNativeData" xmlns:pr="smNativeData" xmlns:p15="http://schemas.microsoft.com/office/powerpoint/2012/main" xmlns:p14="http://schemas.microsoft.com/office/powerpoint/2010/main" xmlns:mc="http://schemas.openxmlformats.org/markup-compatibility/2006" dt="1745713021" val="1224" revOS="4"/>
      <pr:smFileRevision xmlns="smNativeData" xmlns:pr="smNativeData" xmlns:p15="http://schemas.microsoft.com/office/powerpoint/2012/main" xmlns:p14="http://schemas.microsoft.com/office/powerpoint/2010/main" xmlns:mc="http://schemas.openxmlformats.org/markup-compatibility/2006" dt="1745713021" val="101"/>
      <pr:guideOptions xmlns="smNativeData" xmlns:pr="smNativeData" xmlns:p15="http://schemas.microsoft.com/office/powerpoint/2012/main" xmlns:p14="http://schemas.microsoft.com/office/powerpoint/2010/main" xmlns:mc="http://schemas.openxmlformats.org/markup-compatibility/2006" dt="1745713021" snapToGrid="1" snapToBorders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780" y="5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0" d="100"/>
        <a:sy n="20" d="100"/>
      </p:scale>
      <p:origin x="0" y="0"/>
    </p:cViewPr>
  </p:sorterViewPr>
  <p:notesViewPr>
    <p:cSldViewPr>
      <p:cViewPr>
        <p:scale>
          <a:sx n="100" d="100"/>
          <a:sy n="100" d="100"/>
        </p:scale>
        <p:origin x="845" y="427"/>
      </p:cViewPr>
      <p:guideLst/>
    </p:cSldViewPr>
  </p:notesViewPr>
  <p:gridSpacing cx="71755" cy="7175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slide" Target="slides/slide25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34" Type="http://schemas.openxmlformats.org/officeDocument/2006/relationships/viewProps" Target="viewProp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33" Type="http://schemas.openxmlformats.org/officeDocument/2006/relationships/presProps" Target="presProps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slide" Target="slides/slide28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32" Type="http://schemas.openxmlformats.org/officeDocument/2006/relationships/notesMaster" Target="notesMasters/notesMaster1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slide" Target="slides/slide27.xml" /><Relationship Id="rId36" Type="http://schemas.openxmlformats.org/officeDocument/2006/relationships/tableStyles" Target="tableStyles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31" Type="http://schemas.openxmlformats.org/officeDocument/2006/relationships/slide" Target="slides/slide30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slide" Target="slides/slide26.xml" /><Relationship Id="rId30" Type="http://schemas.openxmlformats.org/officeDocument/2006/relationships/slide" Target="slides/slide29.xml" /><Relationship Id="rId35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AAAAAAAAAABIEgAA0AIAABAAAAAmAAAACAAAAD+PAAAAAAAA"/>
              </a:ext>
            </a:extLst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algn="l">
              <a:defRPr lang="ru-ru" sz="1200" cap="none"/>
            </a:lvl1pPr>
            <a:lvl2pPr>
              <a:defRPr lang="ru-ru" cap="none"/>
            </a:lvl2pPr>
            <a:lvl3pPr>
              <a:defRPr lang="ru-ru" cap="none"/>
            </a:lvl3pPr>
            <a:lvl4pPr>
              <a:defRPr lang="ru-ru" cap="none"/>
            </a:lvl4pPr>
            <a:lvl5pPr>
              <a:defRPr lang="ru-ru" cap="none"/>
            </a:lvl5pPr>
            <a:lvl6pPr>
              <a:defRPr lang="ru-ru" cap="none"/>
            </a:lvl6pPr>
            <a:lvl7pPr>
              <a:defRPr lang="ru-ru" cap="none"/>
            </a:lvl7pPr>
            <a:lvl8pPr>
              <a:defRPr lang="ru-ru" cap="none"/>
            </a:lvl8pPr>
            <a:lvl9pPr>
              <a:defRPr lang="ru-ru" cap="none"/>
            </a:lvl9pPr>
          </a:lstStyle>
          <a:p>
            <a:pPr>
              <a:defRPr lang="ru-ru"/>
            </a:pPr>
            <a:endParaRPr/>
          </a:p>
        </p:txBody>
      </p:sp>
      <p:sp>
        <p:nvSpPr>
          <p:cNvPr id="3" name="Дата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5hcAAAAAAAAuKgAA0AIAABAAAAAmAAAACAAAAD+PAAAAAAAA"/>
              </a:ext>
            </a:extLst>
          </p:cNvSpPr>
          <p:nvPr>
            <p:ph type="dt" idx="10"/>
          </p:nvPr>
        </p:nvSpPr>
        <p:spPr>
          <a:xfrm>
            <a:off x="388493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algn="r">
              <a:defRPr lang="ru-ru" sz="1200" cap="none"/>
            </a:lvl1pPr>
            <a:lvl2pPr>
              <a:defRPr lang="ru-ru" cap="none"/>
            </a:lvl2pPr>
            <a:lvl3pPr>
              <a:defRPr lang="ru-ru" cap="none"/>
            </a:lvl3pPr>
            <a:lvl4pPr>
              <a:defRPr lang="ru-ru" cap="none"/>
            </a:lvl4pPr>
            <a:lvl5pPr>
              <a:defRPr lang="ru-ru" cap="none"/>
            </a:lvl5pPr>
            <a:lvl6pPr>
              <a:defRPr lang="ru-ru" cap="none"/>
            </a:lvl6pPr>
            <a:lvl7pPr>
              <a:defRPr lang="ru-ru" cap="none"/>
            </a:lvl7pPr>
            <a:lvl8pPr>
              <a:defRPr lang="ru-ru" cap="none"/>
            </a:lvl8pPr>
            <a:lvl9pPr>
              <a:defRPr lang="ru-ru" cap="none"/>
            </a:lvl9pPr>
          </a:lstStyle>
          <a:p>
            <a:pPr>
              <a:defRPr lang="ru-ru"/>
            </a:pPr>
            <a:fld id="{3FFF6CF9-B7D2-AA9A-9C47-41CF22096A14}" type="datetime1">
              <a:t>29.04.2025</a:t>
            </a:fld>
            <a:endParaRPr/>
          </a:p>
        </p:txBody>
      </p:sp>
      <p:sp>
        <p:nvSpPr>
          <p:cNvPr id="4" name="Образ слайда 3"/>
          <p:cNvSpPr>
            <a:spLocks noGrp="1" noRot="1" noChangeAspect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C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WAIAADgEAADYJwAAUBkAABAAAAAmAAAACAAAAL8PAAD/HwAA"/>
              </a:ext>
            </a:extLst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 cap="flat" cmpd="sng" algn="ctr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>
              <a:defRPr lang="ru-ru"/>
            </a:pPr>
            <a:endParaRPr/>
          </a:p>
        </p:txBody>
      </p:sp>
      <p:sp>
        <p:nvSpPr>
          <p:cNvPr id="5" name="Заметки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OAQAALgaAAD4JQAACDQAABAAAAAmAAAACAAAAD8PAAD/HwAA"/>
              </a:ext>
            </a:extLst>
          </p:cNvSpPr>
          <p:nvPr>
            <p:ph type="body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lang="ru-ru"/>
            </a:pPr>
            <a:r>
              <a:t>Образец текста</a:t>
            </a:r>
          </a:p>
          <a:p>
            <a:pPr lvl="1">
              <a:defRPr lang="ru-ru"/>
            </a:pPr>
            <a:r>
              <a:t>Второй уровень</a:t>
            </a:r>
          </a:p>
          <a:p>
            <a:pPr lvl="2">
              <a:defRPr lang="ru-ru"/>
            </a:pPr>
            <a:r>
              <a:t>Третий уровень</a:t>
            </a:r>
          </a:p>
          <a:p>
            <a:pPr lvl="3">
              <a:defRPr lang="ru-ru"/>
            </a:pPr>
            <a:r>
              <a:t>Четвертый уровень</a:t>
            </a:r>
          </a:p>
          <a:p>
            <a:pPr lvl="4">
              <a:defRPr lang="ru-ru"/>
            </a:pPr>
            <a:r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AAAAAG41AABIEgAAPjgAABAAAAAmAAAACAAAAL+PAAD/HwAA"/>
              </a:ext>
            </a:extLst>
          </p:cNvSpPr>
          <p:nvPr>
            <p:ph type="ftr" sz="quarter" idx="11"/>
          </p:nvPr>
        </p:nvSpPr>
        <p:spPr>
          <a:xfrm>
            <a:off x="0" y="868553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algn="l">
              <a:defRPr lang="ru-ru" sz="1200" cap="none"/>
            </a:lvl1pPr>
            <a:lvl2pPr>
              <a:defRPr lang="ru-ru" cap="none"/>
            </a:lvl2pPr>
            <a:lvl3pPr>
              <a:defRPr lang="ru-ru" cap="none"/>
            </a:lvl3pPr>
            <a:lvl4pPr>
              <a:defRPr lang="ru-ru" cap="none"/>
            </a:lvl4pPr>
            <a:lvl5pPr>
              <a:defRPr lang="ru-ru" cap="none"/>
            </a:lvl5pPr>
            <a:lvl6pPr>
              <a:defRPr lang="ru-ru" cap="none"/>
            </a:lvl6pPr>
            <a:lvl7pPr>
              <a:defRPr lang="ru-ru" cap="none"/>
            </a:lvl7pPr>
            <a:lvl8pPr>
              <a:defRPr lang="ru-ru" cap="none"/>
            </a:lvl8pPr>
            <a:lvl9pPr>
              <a:defRPr lang="ru-ru" cap="none"/>
            </a:lvl9pPr>
          </a:lstStyle>
          <a:p>
            <a:pPr>
              <a:defRPr lang="ru-ru"/>
            </a:pPr>
            <a:endParaRPr/>
          </a:p>
        </p:txBody>
      </p:sp>
      <p:sp>
        <p:nvSpPr>
          <p:cNvPr id="7" name="Номер слайда 6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5hcAAG41AAAuKgAAPjgAABAAAAAmAAAACAAAAL+PAAD/Hw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algn="r">
              <a:defRPr lang="ru-ru" sz="1200" cap="none"/>
            </a:lvl1pPr>
            <a:lvl2pPr>
              <a:defRPr lang="ru-ru" cap="none"/>
            </a:lvl2pPr>
            <a:lvl3pPr>
              <a:defRPr lang="ru-ru" cap="none"/>
            </a:lvl3pPr>
            <a:lvl4pPr>
              <a:defRPr lang="ru-ru" cap="none"/>
            </a:lvl4pPr>
            <a:lvl5pPr>
              <a:defRPr lang="ru-ru" cap="none"/>
            </a:lvl5pPr>
            <a:lvl6pPr>
              <a:defRPr lang="ru-ru" cap="none"/>
            </a:lvl6pPr>
            <a:lvl7pPr>
              <a:defRPr lang="ru-ru" cap="none"/>
            </a:lvl7pPr>
            <a:lvl8pPr>
              <a:defRPr lang="ru-ru" cap="none"/>
            </a:lvl8pPr>
            <a:lvl9pPr>
              <a:defRPr lang="ru-ru" cap="none"/>
            </a:lvl9pPr>
          </a:lstStyle>
          <a:p>
            <a:pPr>
              <a:defRPr lang="ru-ru"/>
            </a:pPr>
            <a:fld id="{3FFF67E0-AED2-AA91-9C47-58C429096A0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ru-ru" sz="1200" b="0" i="0" u="none" strike="noStrike" kern="1" cap="none" spc="0" baseline="0">
        <a:solidFill>
          <a:schemeClr val="tx1"/>
        </a:solidFill>
        <a:effectLst/>
        <a:latin typeface="Calibri" pitchFamily="2" charset="-52"/>
        <a:ea typeface="Calibri" pitchFamily="2" charset="-52"/>
        <a:cs typeface="Calibri" pitchFamily="2" charset="-52"/>
      </a:defRPr>
    </a:lvl1pPr>
    <a:lvl2pPr marL="4572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ru-ru" sz="1200" b="0" i="0" u="none" strike="noStrike" kern="1" cap="none" spc="0" baseline="0">
        <a:solidFill>
          <a:schemeClr val="tx1"/>
        </a:solidFill>
        <a:effectLst/>
        <a:latin typeface="Calibri" pitchFamily="2" charset="-52"/>
        <a:ea typeface="Calibri" pitchFamily="2" charset="-52"/>
        <a:cs typeface="Calibri" pitchFamily="2" charset="-52"/>
      </a:defRPr>
    </a:lvl2pPr>
    <a:lvl3pPr marL="9144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ru-ru" sz="1200" b="0" i="0" u="none" strike="noStrike" kern="1" cap="none" spc="0" baseline="0">
        <a:solidFill>
          <a:schemeClr val="tx1"/>
        </a:solidFill>
        <a:effectLst/>
        <a:latin typeface="Calibri" pitchFamily="2" charset="-52"/>
        <a:ea typeface="Calibri" pitchFamily="2" charset="-52"/>
        <a:cs typeface="Calibri" pitchFamily="2" charset="-52"/>
      </a:defRPr>
    </a:lvl3pPr>
    <a:lvl4pPr marL="13716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ru-ru" sz="1200" b="0" i="0" u="none" strike="noStrike" kern="1" cap="none" spc="0" baseline="0">
        <a:solidFill>
          <a:schemeClr val="tx1"/>
        </a:solidFill>
        <a:effectLst/>
        <a:latin typeface="Calibri" pitchFamily="2" charset="-52"/>
        <a:ea typeface="Calibri" pitchFamily="2" charset="-52"/>
        <a:cs typeface="Calibri" pitchFamily="2" charset="-52"/>
      </a:defRPr>
    </a:lvl4pPr>
    <a:lvl5pPr marL="18288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ru-ru" sz="1200" b="0" i="0" u="none" strike="noStrike" kern="1" cap="none" spc="0" baseline="0">
        <a:solidFill>
          <a:schemeClr val="tx1"/>
        </a:solidFill>
        <a:effectLst/>
        <a:latin typeface="Calibri" pitchFamily="2" charset="-52"/>
        <a:ea typeface="Calibri" pitchFamily="2" charset="-52"/>
        <a:cs typeface="Calibri" pitchFamily="2" charset="-52"/>
      </a:defRPr>
    </a:lvl5pPr>
    <a:lvl6pPr marL="22860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ru-ru" sz="1200" b="0" i="0" u="none" strike="noStrike" kern="1" cap="none" spc="0" baseline="0">
        <a:solidFill>
          <a:schemeClr val="tx1"/>
        </a:solidFill>
        <a:effectLst/>
        <a:latin typeface="Calibri" pitchFamily="2" charset="-52"/>
        <a:ea typeface="Calibri" pitchFamily="2" charset="-52"/>
        <a:cs typeface="Calibri" pitchFamily="2" charset="-52"/>
      </a:defRPr>
    </a:lvl6pPr>
    <a:lvl7pPr marL="27432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ru-ru" sz="1200" b="0" i="0" u="none" strike="noStrike" kern="1" cap="none" spc="0" baseline="0">
        <a:solidFill>
          <a:schemeClr val="tx1"/>
        </a:solidFill>
        <a:effectLst/>
        <a:latin typeface="Calibri" pitchFamily="2" charset="-52"/>
        <a:ea typeface="Calibri" pitchFamily="2" charset="-52"/>
        <a:cs typeface="Calibri" pitchFamily="2" charset="-52"/>
      </a:defRPr>
    </a:lvl7pPr>
    <a:lvl8pPr marL="32004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ru-ru" sz="1200" b="0" i="0" u="none" strike="noStrike" kern="1" cap="none" spc="0" baseline="0">
        <a:solidFill>
          <a:schemeClr val="tx1"/>
        </a:solidFill>
        <a:effectLst/>
        <a:latin typeface="Calibri" pitchFamily="2" charset="-52"/>
        <a:ea typeface="Calibri" pitchFamily="2" charset="-52"/>
        <a:cs typeface="Calibri" pitchFamily="2" charset="-52"/>
      </a:defRPr>
    </a:lvl8pPr>
    <a:lvl9pPr marL="36576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ru-ru" sz="1200" b="0" i="0" u="none" strike="noStrike" kern="1" cap="none" spc="0" baseline="0">
        <a:solidFill>
          <a:schemeClr val="tx1"/>
        </a:solidFill>
        <a:effectLst/>
        <a:latin typeface="Calibri" pitchFamily="2" charset="-52"/>
        <a:ea typeface="Calibri" pitchFamily="2" charset="-52"/>
        <a:cs typeface="Calibri" pitchFamily="2" charset="-52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.xml" /><Relationship Id="rId2" Type="http://schemas.openxmlformats.org/officeDocument/2006/relationships/notesMaster" Target="../notesMasters/notesMaster1.xml" /><Relationship Id="rId1" Type="http://schemas.openxmlformats.org/officeDocument/2006/relationships/themeOverride" Target="../theme/themeOverride1.xml" 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 /><Relationship Id="rId2" Type="http://schemas.openxmlformats.org/officeDocument/2006/relationships/notesMaster" Target="../notesMasters/notesMaster1.xml" /><Relationship Id="rId1" Type="http://schemas.openxmlformats.org/officeDocument/2006/relationships/themeOverride" Target="../theme/themeOverride2.xml" 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4.xml" /><Relationship Id="rId2" Type="http://schemas.openxmlformats.org/officeDocument/2006/relationships/notesMaster" Target="../notesMasters/notesMaster1.xml" /><Relationship Id="rId1" Type="http://schemas.openxmlformats.org/officeDocument/2006/relationships/themeOverride" Target="../theme/themeOverride3.xml" 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5.xml" /><Relationship Id="rId2" Type="http://schemas.openxmlformats.org/officeDocument/2006/relationships/notesMaster" Target="../notesMasters/notesMaster1.xml" /><Relationship Id="rId1" Type="http://schemas.openxmlformats.org/officeDocument/2006/relationships/themeOverride" Target="../theme/themeOverride4.xml" 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6.xml" /><Relationship Id="rId2" Type="http://schemas.openxmlformats.org/officeDocument/2006/relationships/notesMaster" Target="../notesMasters/notesMaster1.xml" /><Relationship Id="rId1" Type="http://schemas.openxmlformats.org/officeDocument/2006/relationships/themeOverride" Target="../theme/themeOverride5.xml" 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7.xml" /><Relationship Id="rId2" Type="http://schemas.openxmlformats.org/officeDocument/2006/relationships/notesMaster" Target="../notesMasters/notesMaster1.xml" /><Relationship Id="rId1" Type="http://schemas.openxmlformats.org/officeDocument/2006/relationships/themeOverride" Target="../theme/themeOverride6.xml" 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8.xml" /><Relationship Id="rId2" Type="http://schemas.openxmlformats.org/officeDocument/2006/relationships/notesMaster" Target="../notesMasters/notesMaster1.xml" /><Relationship Id="rId1" Type="http://schemas.openxmlformats.org/officeDocument/2006/relationships/themeOverride" Target="../theme/themeOverride7.xml" 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9.xml" /><Relationship Id="rId2" Type="http://schemas.openxmlformats.org/officeDocument/2006/relationships/notesMaster" Target="../notesMasters/notesMaster1.xml" /><Relationship Id="rId1" Type="http://schemas.openxmlformats.org/officeDocument/2006/relationships/themeOverride" Target="../theme/themeOverride8.xml" 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9.xml" /><Relationship Id="rId2" Type="http://schemas.openxmlformats.org/officeDocument/2006/relationships/notesMaster" Target="../notesMasters/notesMaster1.xml" /><Relationship Id="rId1" Type="http://schemas.openxmlformats.org/officeDocument/2006/relationships/themeOverride" Target="../theme/themeOverride9.xml" 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0.xml" /><Relationship Id="rId2" Type="http://schemas.openxmlformats.org/officeDocument/2006/relationships/notesMaster" Target="../notesMasters/notesMaster1.xml" /><Relationship Id="rId1" Type="http://schemas.openxmlformats.org/officeDocument/2006/relationships/themeOverride" Target="../theme/themeOverride10.xml" 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1.xml" /><Relationship Id="rId2" Type="http://schemas.openxmlformats.org/officeDocument/2006/relationships/notesMaster" Target="../notesMasters/notesMaster1.xml" /><Relationship Id="rId1" Type="http://schemas.openxmlformats.org/officeDocument/2006/relationships/themeOverride" Target="../theme/themeOverride11.xml" 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2.xml" /><Relationship Id="rId2" Type="http://schemas.openxmlformats.org/officeDocument/2006/relationships/notesMaster" Target="../notesMasters/notesMaster1.xml" /><Relationship Id="rId1" Type="http://schemas.openxmlformats.org/officeDocument/2006/relationships/themeOverride" Target="../theme/themeOverride12.xml" 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3.xml" /><Relationship Id="rId2" Type="http://schemas.openxmlformats.org/officeDocument/2006/relationships/notesMaster" Target="../notesMasters/notesMaster1.xml" /><Relationship Id="rId1" Type="http://schemas.openxmlformats.org/officeDocument/2006/relationships/themeOverride" Target="../theme/themeOverride13.xml" 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4.xml" /><Relationship Id="rId2" Type="http://schemas.openxmlformats.org/officeDocument/2006/relationships/notesMaster" Target="../notesMasters/notesMaster1.xml" /><Relationship Id="rId1" Type="http://schemas.openxmlformats.org/officeDocument/2006/relationships/themeOverride" Target="../theme/themeOverride14.xml" 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5.xml" /><Relationship Id="rId2" Type="http://schemas.openxmlformats.org/officeDocument/2006/relationships/notesMaster" Target="../notesMasters/notesMaster1.xml" /><Relationship Id="rId1" Type="http://schemas.openxmlformats.org/officeDocument/2006/relationships/themeOverride" Target="../theme/themeOverride15.xml" /></Relationships>
</file>

<file path=ppt/notesSlides/_rels/notesSlide1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6.xml" /><Relationship Id="rId2" Type="http://schemas.openxmlformats.org/officeDocument/2006/relationships/notesMaster" Target="../notesMasters/notesMaster1.xml" /><Relationship Id="rId1" Type="http://schemas.openxmlformats.org/officeDocument/2006/relationships/themeOverride" Target="../theme/themeOverride16.xml" /></Relationships>
</file>

<file path=ppt/notesSlides/_rels/notesSlide1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7.xml" /><Relationship Id="rId2" Type="http://schemas.openxmlformats.org/officeDocument/2006/relationships/notesMaster" Target="../notesMasters/notesMaster1.xml" /><Relationship Id="rId1" Type="http://schemas.openxmlformats.org/officeDocument/2006/relationships/themeOverride" Target="../theme/themeOverride17.xml" /></Relationships>
</file>

<file path=ppt/notesSlides/_rels/notesSlide1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8.xml" /><Relationship Id="rId2" Type="http://schemas.openxmlformats.org/officeDocument/2006/relationships/notesMaster" Target="../notesMasters/notesMaster1.xml" /><Relationship Id="rId1" Type="http://schemas.openxmlformats.org/officeDocument/2006/relationships/themeOverride" Target="../theme/themeOverride18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C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WAIAADgEAADYJwAAUBkAABAAAAAmAAAACAAAAAEAAAAAAAAA"/>
              </a:ext>
            </a:extLst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OAQAALgaAAD4JQAACDQAABAAAAAmAAAACAAAAAEAAAAAAAAA"/>
              </a:ext>
            </a:extLst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pPr marL="0" indent="0">
              <a:buNone/>
              <a:defRPr lang="ru-ru"/>
            </a:pPr>
            <a:r>
              <a:t>Итак, перейдем к первому пункту – оформление.</a:t>
            </a:r>
          </a:p>
          <a:p>
            <a:pPr marL="0" indent="0">
              <a:buNone/>
              <a:defRPr lang="ru-ru"/>
            </a:pPr>
            <a:r>
              <a:t>Основной просьбой со стороны подразделений было увеличить пространство презентации. Нам тоже показалось логичным и правильным, за счет уменьшения ширины корешка увеличить пространство для контента.</a:t>
            </a:r>
          </a:p>
          <a:p>
            <a:pPr marL="228600" indent="-228600">
              <a:buAutoNum type="arabicPeriod"/>
              <a:defRPr lang="ru-ru"/>
            </a:pPr>
            <a:endParaRPr/>
          </a:p>
          <a:p>
            <a:pPr marL="0" indent="0">
              <a:buNone/>
              <a:defRPr lang="ru-ru"/>
            </a:pPr>
            <a:r>
              <a:t>След. слайд</a:t>
            </a:r>
          </a:p>
        </p:txBody>
      </p:sp>
      <p:sp>
        <p:nvSpPr>
          <p:cNvPr id="4" name="Номер слайда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5hcAAG41AAAuKgAAPj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7200"/>
          </a:xfrm>
        </p:spPr>
        <p:txBody>
          <a:bodyPr/>
          <a:lstStyle/>
          <a:p>
            <a:pPr>
              <a:defRPr lang="ru-ru"/>
            </a:pPr>
            <a:fld id="{3FFF2CAF-E1D2-AADA-9C47-178F62096A42}" type="slidenum">
              <a:t>2</a:t>
            </a:fld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C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P/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WAIAADgEAADYJwAAUBkAABAAAAAmAAAACAAAAAEAAAAAAAAA"/>
              </a:ext>
            </a:extLst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OAQAALgaAAD4JQAACDQAABAAAAAmAAAACAAAAAEAAAAAAAAA"/>
              </a:ext>
            </a:extLst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pPr marL="0" indent="0">
              <a:buNone/>
              <a:defRPr lang="ru-ru"/>
            </a:pPr>
            <a:r>
              <a:t>Итак, перейдем к первому пункту – оформление.</a:t>
            </a:r>
          </a:p>
          <a:p>
            <a:pPr marL="0" indent="0">
              <a:buNone/>
              <a:defRPr lang="ru-ru"/>
            </a:pPr>
            <a:r>
              <a:t>Основной просьбой со стороны подразделений было увеличить пространство презентации. Нам тоже показалось логичным и правильным, за счет уменьшения ширины корешка увеличить пространство для контента.</a:t>
            </a:r>
          </a:p>
          <a:p>
            <a:pPr marL="228600" indent="-228600">
              <a:buAutoNum type="arabicPeriod"/>
              <a:defRPr lang="ru-ru"/>
            </a:pPr>
            <a:endParaRPr/>
          </a:p>
          <a:p>
            <a:pPr marL="0" indent="0">
              <a:buNone/>
              <a:defRPr lang="ru-ru"/>
            </a:pPr>
            <a:r>
              <a:t>След. слайд</a:t>
            </a:r>
          </a:p>
        </p:txBody>
      </p:sp>
      <p:sp>
        <p:nvSpPr>
          <p:cNvPr id="4" name="Номер слайда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P/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5hcAAG41AAAuKgAAPj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7200"/>
          </a:xfrm>
        </p:spPr>
        <p:txBody>
          <a:bodyPr/>
          <a:lstStyle/>
          <a:p>
            <a:pPr>
              <a:defRPr lang="ru-ru"/>
            </a:pPr>
            <a:fld id="{3FFF039D-D3D2-AAF5-9C47-25A04D096A70}" type="slidenum">
              <a:t>3</a:t>
            </a:fld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C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P/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WAIAADgEAADYJwAAUBkAABAAAAAmAAAACAAAAAEAAAAAAAAA"/>
              </a:ext>
            </a:extLst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OAQAALgaAAD4JQAACDQAABAAAAAmAAAACAAAAAEAAAAAAAAA"/>
              </a:ext>
            </a:extLst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pPr marL="0" indent="0">
              <a:buNone/>
              <a:defRPr lang="ru-ru"/>
            </a:pPr>
            <a:r>
              <a:t>Итак, перейдем к первому пункту – оформление.</a:t>
            </a:r>
          </a:p>
          <a:p>
            <a:pPr marL="0" indent="0">
              <a:buNone/>
              <a:defRPr lang="ru-ru"/>
            </a:pPr>
            <a:r>
              <a:t>Основной просьбой со стороны подразделений было увеличить пространство презентации. Нам тоже показалось логичным и правильным, за счет уменьшения ширины корешка увеличить пространство для контента.</a:t>
            </a:r>
          </a:p>
          <a:p>
            <a:pPr marL="228600" indent="-228600">
              <a:buAutoNum type="arabicPeriod"/>
              <a:defRPr lang="ru-ru"/>
            </a:pPr>
            <a:endParaRPr/>
          </a:p>
          <a:p>
            <a:pPr marL="0" indent="0">
              <a:buNone/>
              <a:defRPr lang="ru-ru"/>
            </a:pPr>
            <a:r>
              <a:t>След. слайд</a:t>
            </a:r>
          </a:p>
        </p:txBody>
      </p:sp>
      <p:sp>
        <p:nvSpPr>
          <p:cNvPr id="4" name="Номер слайда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5hcAAG41AAAuKgAAPj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7200"/>
          </a:xfrm>
        </p:spPr>
        <p:txBody>
          <a:bodyPr/>
          <a:lstStyle/>
          <a:p>
            <a:pPr>
              <a:defRPr lang="ru-ru"/>
            </a:pPr>
            <a:fld id="{3FFF27B6-F8D2-AAD1-9C47-0E8469096A5B}" type="slidenum">
              <a:t>4</a:t>
            </a:fld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C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WAIAADgEAADYJwAAUBkAABAAAAAmAAAACAAAAAEAAAAAAAAA"/>
              </a:ext>
            </a:extLst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OAQAALgaAAD4JQAACDQAABAAAAAmAAAACAAAAAEAAAAAAAAA"/>
              </a:ext>
            </a:extLst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pPr marL="0" indent="0">
              <a:buNone/>
              <a:defRPr lang="ru-ru"/>
            </a:pPr>
            <a:r>
              <a:t>Итак, перейдем к первому пункту – оформление.</a:t>
            </a:r>
          </a:p>
          <a:p>
            <a:pPr marL="0" indent="0">
              <a:buNone/>
              <a:defRPr lang="ru-ru"/>
            </a:pPr>
            <a:r>
              <a:t>Основной просьбой со стороны подразделений было увеличить пространство презентации. Нам тоже показалось логичным и правильным, за счет уменьшения ширины корешка увеличить пространство для контента.</a:t>
            </a:r>
          </a:p>
          <a:p>
            <a:pPr marL="228600" indent="-228600">
              <a:buAutoNum type="arabicPeriod"/>
              <a:defRPr lang="ru-ru"/>
            </a:pPr>
            <a:endParaRPr/>
          </a:p>
          <a:p>
            <a:pPr marL="0" indent="0">
              <a:buNone/>
              <a:defRPr lang="ru-ru"/>
            </a:pPr>
            <a:r>
              <a:t>След. слайд</a:t>
            </a:r>
          </a:p>
        </p:txBody>
      </p:sp>
      <p:sp>
        <p:nvSpPr>
          <p:cNvPr id="4" name="Номер слайда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IC/P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5hcAAG41AAAuKgAAPj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7200"/>
          </a:xfrm>
        </p:spPr>
        <p:txBody>
          <a:bodyPr/>
          <a:lstStyle/>
          <a:p>
            <a:pPr>
              <a:defRPr lang="ru-ru"/>
            </a:pPr>
            <a:fld id="{3FFF56B1-FFD2-AAA0-9C47-09F518096A5C}" type="slidenum">
              <a:t>5</a:t>
            </a:fld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C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WAIAADgEAADYJwAAUBkAABAAAAAmAAAACAAAAAEAAAAAAAAA"/>
              </a:ext>
            </a:extLst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T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OAQAALgaAAD4JQAACDQAABAAAAAmAAAACAAAAAEAAAAAAAAA"/>
              </a:ext>
            </a:extLst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pPr marL="0" indent="0">
              <a:buNone/>
              <a:defRPr lang="ru-ru"/>
            </a:pPr>
            <a:r>
              <a:t>Итак, перейдем к первому пункту – оформление.</a:t>
            </a:r>
          </a:p>
          <a:p>
            <a:pPr marL="0" indent="0">
              <a:buNone/>
              <a:defRPr lang="ru-ru"/>
            </a:pPr>
            <a:r>
              <a:t>Основной просьбой со стороны подразделений было увеличить пространство презентации. Нам тоже показалось логичным и правильным, за счет уменьшения ширины корешка увеличить пространство для контента.</a:t>
            </a:r>
          </a:p>
          <a:p>
            <a:pPr marL="228600" indent="-228600">
              <a:buAutoNum type="arabicPeriod"/>
              <a:defRPr lang="ru-ru"/>
            </a:pPr>
            <a:endParaRPr/>
          </a:p>
          <a:p>
            <a:pPr marL="0" indent="0">
              <a:buNone/>
              <a:defRPr lang="ru-ru"/>
            </a:pPr>
            <a:r>
              <a:t>След. слайд</a:t>
            </a:r>
          </a:p>
        </p:txBody>
      </p:sp>
      <p:sp>
        <p:nvSpPr>
          <p:cNvPr id="4" name="Номер слайда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Q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5hcAAG41AAAuKgAAPj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7200"/>
          </a:xfrm>
        </p:spPr>
        <p:txBody>
          <a:bodyPr/>
          <a:lstStyle/>
          <a:p>
            <a:pPr>
              <a:defRPr lang="ru-ru"/>
            </a:pPr>
            <a:fld id="{3FFF5967-29D2-AAAF-9C47-DFFA17096A8A}" type="slidenum">
              <a:t>6</a:t>
            </a:fld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C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D//v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WAIAADgEAADYJwAAUBkAABAAAAAmAAAACAAAAAEAAAAAAAAA"/>
              </a:ext>
            </a:extLst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OAQAALgaAAD4JQAACDQAABAAAAAmAAAACAAAAAEAAAAAAAAA"/>
              </a:ext>
            </a:extLst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pPr marL="0" indent="0">
              <a:buNone/>
              <a:defRPr lang="ru-ru"/>
            </a:pPr>
            <a:r>
              <a:t>Итак, перейдем к первому пункту – оформление.</a:t>
            </a:r>
          </a:p>
          <a:p>
            <a:pPr marL="0" indent="0">
              <a:buNone/>
              <a:defRPr lang="ru-ru"/>
            </a:pPr>
            <a:r>
              <a:t>Основной просьбой со стороны подразделений было увеличить пространство презентации. Нам тоже показалось логичным и правильным, за счет уменьшения ширины корешка увеличить пространство для контента.</a:t>
            </a:r>
          </a:p>
          <a:p>
            <a:pPr marL="228600" indent="-228600">
              <a:buAutoNum type="arabicPeriod"/>
              <a:defRPr lang="ru-ru"/>
            </a:pPr>
            <a:endParaRPr/>
          </a:p>
          <a:p>
            <a:pPr marL="0" indent="0">
              <a:buNone/>
              <a:defRPr lang="ru-ru"/>
            </a:pPr>
            <a:r>
              <a:t>След. слайд</a:t>
            </a:r>
          </a:p>
        </p:txBody>
      </p:sp>
      <p:sp>
        <p:nvSpPr>
          <p:cNvPr id="4" name="Номер слайда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5hcAAG41AAAuKgAAPj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7200"/>
          </a:xfrm>
        </p:spPr>
        <p:txBody>
          <a:bodyPr/>
          <a:lstStyle/>
          <a:p>
            <a:pPr>
              <a:defRPr lang="ru-ru"/>
            </a:pPr>
            <a:fld id="{3FFF34E3-ADD2-AAC2-9C47-5B977A096A0E}" type="slidenum">
              <a:t>7</a:t>
            </a:fld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C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WAIAADgEAADYJwAAUBkAABAAAAAmAAAACAAAAAEAAAAAAAAA"/>
              </a:ext>
            </a:extLst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OAQAALgaAAD4JQAACDQAABAAAAAmAAAACAAAAAEAAAAAAAAA"/>
              </a:ext>
            </a:extLst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pPr marL="0" indent="0">
              <a:buNone/>
              <a:defRPr lang="ru-ru"/>
            </a:pPr>
            <a:r>
              <a:t>Итак, перейдем к первому пункту – оформление.</a:t>
            </a:r>
          </a:p>
          <a:p>
            <a:pPr marL="0" indent="0">
              <a:buNone/>
              <a:defRPr lang="ru-ru"/>
            </a:pPr>
            <a:r>
              <a:t>Основной просьбой со стороны подразделений было увеличить пространство презентации. Нам тоже показалось логичным и правильным, за счет уменьшения ширины корешка увеличить пространство для контента.</a:t>
            </a:r>
          </a:p>
          <a:p>
            <a:pPr marL="228600" indent="-228600">
              <a:buAutoNum type="arabicPeriod"/>
              <a:defRPr lang="ru-ru"/>
            </a:pPr>
            <a:endParaRPr/>
          </a:p>
          <a:p>
            <a:pPr marL="0" indent="0">
              <a:buNone/>
              <a:defRPr lang="ru-ru"/>
            </a:pPr>
            <a:r>
              <a:t>След. слайд</a:t>
            </a:r>
          </a:p>
        </p:txBody>
      </p:sp>
      <p:sp>
        <p:nvSpPr>
          <p:cNvPr id="4" name="Номер слайда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P8CAg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5hcAAG41AAAuKgAAPj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7200"/>
          </a:xfrm>
        </p:spPr>
        <p:txBody>
          <a:bodyPr/>
          <a:lstStyle/>
          <a:p>
            <a:pPr>
              <a:defRPr lang="ru-ru"/>
            </a:pPr>
            <a:fld id="{3FFF0DFB-B5D2-AAFB-9C47-43AE43096A16}" type="slidenum">
              <a:t>8</a:t>
            </a:fld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C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WAIAADgEAADYJwAAUBkAABAAAAAmAAAACAAAAAEAAAAAAAAA"/>
              </a:ext>
            </a:extLst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OAQAALgaAAD4JQAACDQAABAAAAAmAAAACAAAAAEAAAAAAAAA"/>
              </a:ext>
            </a:extLst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pPr marL="0" indent="0">
              <a:buNone/>
              <a:defRPr lang="ru-ru"/>
            </a:pPr>
            <a:r>
              <a:t>Итак, перейдем к первому пункту – оформление.</a:t>
            </a:r>
          </a:p>
          <a:p>
            <a:pPr marL="0" indent="0">
              <a:buNone/>
              <a:defRPr lang="ru-ru"/>
            </a:pPr>
            <a:r>
              <a:t>Основной просьбой со стороны подразделений было увеличить пространство презентации. Нам тоже показалось логичным и правильным, за счет уменьшения ширины корешка увеличить пространство для контента.</a:t>
            </a:r>
          </a:p>
          <a:p>
            <a:pPr marL="228600" indent="-228600">
              <a:buAutoNum type="arabicPeriod"/>
              <a:defRPr lang="ru-ru"/>
            </a:pPr>
            <a:endParaRPr/>
          </a:p>
          <a:p>
            <a:pPr marL="0" indent="0">
              <a:buNone/>
              <a:defRPr lang="ru-ru"/>
            </a:pPr>
            <a:r>
              <a:t>След. слайд</a:t>
            </a:r>
          </a:p>
        </p:txBody>
      </p:sp>
      <p:sp>
        <p:nvSpPr>
          <p:cNvPr id="4" name="Номер слайда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5hcAAG41AAAuKgAAPj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7200"/>
          </a:xfrm>
        </p:spPr>
        <p:txBody>
          <a:bodyPr/>
          <a:lstStyle/>
          <a:p>
            <a:pPr>
              <a:defRPr lang="ru-ru"/>
            </a:pPr>
            <a:fld id="{3FFF5C7E-30D2-AAAA-9C47-C6FF12096A93}" type="slidenum">
              <a:t>9</a:t>
            </a:fld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C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WAIAADgEAADYJwAAUBkAABAAAAAmAAAACAAAAAEAAAAAAAAA"/>
              </a:ext>
            </a:extLst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P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OAQAALgaAAD4JQAACDQAABAAAAAmAAAACAAAAAEAAAAAAAAA"/>
              </a:ext>
            </a:extLst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pPr marL="0" indent="0">
              <a:buNone/>
              <a:defRPr lang="ru-ru"/>
            </a:pPr>
            <a:r>
              <a:t>Итак, перейдем к первому пункту – оформление.</a:t>
            </a:r>
          </a:p>
          <a:p>
            <a:pPr marL="0" indent="0">
              <a:buNone/>
              <a:defRPr lang="ru-ru"/>
            </a:pPr>
            <a:r>
              <a:t>Основной просьбой со стороны подразделений было увеличить пространство презентации. Нам тоже показалось логичным и правильным, за счет уменьшения ширины корешка увеличить пространство для контента.</a:t>
            </a:r>
          </a:p>
          <a:p>
            <a:pPr marL="228600" indent="-228600">
              <a:buAutoNum type="arabicPeriod"/>
              <a:defRPr lang="ru-ru"/>
            </a:pPr>
            <a:endParaRPr/>
          </a:p>
          <a:p>
            <a:pPr marL="0" indent="0">
              <a:buNone/>
              <a:defRPr lang="ru-ru"/>
            </a:pPr>
            <a:r>
              <a:t>След. слайд</a:t>
            </a:r>
          </a:p>
        </p:txBody>
      </p:sp>
      <p:sp>
        <p:nvSpPr>
          <p:cNvPr id="4" name="Номер слайда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5hcAAG41AAAuKgAAPj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7200"/>
          </a:xfrm>
        </p:spPr>
        <p:txBody>
          <a:bodyPr/>
          <a:lstStyle/>
          <a:p>
            <a:pPr>
              <a:defRPr lang="ru-ru"/>
            </a:pPr>
            <a:fld id="{3FFF20EE-A0D2-AAD6-9C47-56836E096A03}" type="slidenum">
              <a:t>19</a:t>
            </a:fld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C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WAIAADgEAADYJwAAUBkAABAAAAAmAAAACAAAAAEAAAAAAAAA"/>
              </a:ext>
            </a:extLst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OAQAALgaAAD4JQAACDQAABAAAAAmAAAACAAAAAEAAAAAAAAA"/>
              </a:ext>
            </a:extLst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pPr marL="0" indent="0">
              <a:buNone/>
              <a:defRPr lang="ru-ru"/>
            </a:pPr>
            <a:r>
              <a:t>Итак, перейдем к первому пункту – оформление.</a:t>
            </a:r>
          </a:p>
          <a:p>
            <a:pPr marL="0" indent="0">
              <a:buNone/>
              <a:defRPr lang="ru-ru"/>
            </a:pPr>
            <a:r>
              <a:t>Основной просьбой со стороны подразделений было увеличить пространство презентации. Нам тоже показалось логичным и правильным, за счет уменьшения ширины корешка увеличить пространство для контента.</a:t>
            </a:r>
          </a:p>
          <a:p>
            <a:pPr marL="228600" indent="-228600">
              <a:buAutoNum type="arabicPeriod"/>
              <a:defRPr lang="ru-ru"/>
            </a:pPr>
            <a:endParaRPr/>
          </a:p>
          <a:p>
            <a:pPr marL="0" indent="0">
              <a:buNone/>
              <a:defRPr lang="ru-ru"/>
            </a:pPr>
            <a:r>
              <a:t>След. слайд</a:t>
            </a:r>
          </a:p>
        </p:txBody>
      </p:sp>
      <p:sp>
        <p:nvSpPr>
          <p:cNvPr id="4" name="Номер слайда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5hcAAG41AAAuKgAAPj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7200"/>
          </a:xfrm>
        </p:spPr>
        <p:txBody>
          <a:bodyPr/>
          <a:lstStyle/>
          <a:p>
            <a:pPr>
              <a:defRPr lang="ru-ru"/>
            </a:pPr>
            <a:fld id="{3FFF0A31-7FD2-AAFC-9C47-89A944096ADC}" type="slidenum">
              <a:t>20</a:t>
            </a:fld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C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WAIAADgEAADYJwAAUBkAABAAAAAmAAAACAAAAAEAAAAAAAAA"/>
              </a:ext>
            </a:extLst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OAQAALgaAAD4JQAACDQAABAAAAAmAAAACAAAAAEAAAAAAAAA"/>
              </a:ext>
            </a:extLst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pPr marL="0" indent="0">
              <a:buNone/>
              <a:defRPr lang="ru-ru"/>
            </a:pPr>
            <a:r>
              <a:t>Итак, перейдем к первому пункту – оформление.</a:t>
            </a:r>
          </a:p>
          <a:p>
            <a:pPr marL="0" indent="0">
              <a:buNone/>
              <a:defRPr lang="ru-ru"/>
            </a:pPr>
            <a:r>
              <a:t>Основной просьбой со стороны подразделений было увеличить пространство презентации. Нам тоже показалось логичным и правильным, за счет уменьшения ширины корешка увеличить пространство для контента.</a:t>
            </a:r>
          </a:p>
          <a:p>
            <a:pPr marL="228600" indent="-228600">
              <a:buAutoNum type="arabicPeriod"/>
              <a:defRPr lang="ru-ru"/>
            </a:pPr>
            <a:endParaRPr/>
          </a:p>
          <a:p>
            <a:pPr marL="0" indent="0">
              <a:buNone/>
              <a:defRPr lang="ru-ru"/>
            </a:pPr>
            <a:r>
              <a:t>След. слайд</a:t>
            </a:r>
          </a:p>
        </p:txBody>
      </p:sp>
      <p:sp>
        <p:nvSpPr>
          <p:cNvPr id="4" name="Номер слайда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5hcAAG41AAAuKgAAPj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7200"/>
          </a:xfrm>
        </p:spPr>
        <p:txBody>
          <a:bodyPr/>
          <a:lstStyle/>
          <a:p>
            <a:pPr>
              <a:defRPr lang="ru-ru"/>
            </a:pPr>
            <a:fld id="{3FFF58A3-EDD2-AAAE-9C47-1BFB16096A4E}" type="slidenum">
              <a:t>21</a:t>
            </a:fld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C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WAIAADgEAADYJwAAUBkAABAAAAAmAAAACAAAAAEAAAAAAAAA"/>
              </a:ext>
            </a:extLst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OAQAALgaAAD4JQAACDQAABAAAAAmAAAACAAAAAEAAAAAAAAA"/>
              </a:ext>
            </a:extLst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pPr marL="0" indent="0">
              <a:buNone/>
              <a:defRPr lang="ru-ru"/>
            </a:pPr>
            <a:r>
              <a:t>Итак, перейдем к первому пункту – оформление.</a:t>
            </a:r>
          </a:p>
          <a:p>
            <a:pPr marL="0" indent="0">
              <a:buNone/>
              <a:defRPr lang="ru-ru"/>
            </a:pPr>
            <a:r>
              <a:t>Основной просьбой со стороны подразделений было увеличить пространство презентации. Нам тоже показалось логичным и правильным, за счет уменьшения ширины корешка увеличить пространство для контента.</a:t>
            </a:r>
          </a:p>
          <a:p>
            <a:pPr marL="228600" indent="-228600">
              <a:buAutoNum type="arabicPeriod"/>
              <a:defRPr lang="ru-ru"/>
            </a:pPr>
            <a:endParaRPr/>
          </a:p>
          <a:p>
            <a:pPr marL="0" indent="0">
              <a:buNone/>
              <a:defRPr lang="ru-ru"/>
            </a:pPr>
            <a:r>
              <a:t>След. слайд</a:t>
            </a:r>
          </a:p>
        </p:txBody>
      </p:sp>
      <p:sp>
        <p:nvSpPr>
          <p:cNvPr id="4" name="Номер слайда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5hcAAG41AAAuKgAAPj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7200"/>
          </a:xfrm>
        </p:spPr>
        <p:txBody>
          <a:bodyPr/>
          <a:lstStyle/>
          <a:p>
            <a:pPr>
              <a:defRPr lang="ru-ru"/>
            </a:pPr>
            <a:fld id="{3FFF6D22-6CD2-AA9B-9C47-9ACE23096ACF}" type="slidenum">
              <a:t>22</a:t>
            </a:fld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C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WAIAADgEAADYJwAAUBkAABAAAAAmAAAACAAAAAEAAAAAAAAA"/>
              </a:ext>
            </a:extLst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OAQAALgaAAD4JQAACDQAABAAAAAmAAAACAAAAAEAAAAAAAAA"/>
              </a:ext>
            </a:extLst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pPr marL="0" indent="0">
              <a:buNone/>
              <a:defRPr lang="ru-ru"/>
            </a:pPr>
            <a:r>
              <a:t>Итак, перейдем к первому пункту – оформление.</a:t>
            </a:r>
          </a:p>
          <a:p>
            <a:pPr marL="0" indent="0">
              <a:buNone/>
              <a:defRPr lang="ru-ru"/>
            </a:pPr>
            <a:r>
              <a:t>Основной просьбой со стороны подразделений было увеличить пространство презентации. Нам тоже показалось логичным и правильным, за счет уменьшения ширины корешка увеличить пространство для контента.</a:t>
            </a:r>
          </a:p>
          <a:p>
            <a:pPr marL="228600" indent="-228600">
              <a:buAutoNum type="arabicPeriod"/>
              <a:defRPr lang="ru-ru"/>
            </a:pPr>
            <a:endParaRPr/>
          </a:p>
          <a:p>
            <a:pPr marL="0" indent="0">
              <a:buNone/>
              <a:defRPr lang="ru-ru"/>
            </a:pPr>
            <a:r>
              <a:t>След. слайд</a:t>
            </a:r>
          </a:p>
        </p:txBody>
      </p:sp>
      <p:sp>
        <p:nvSpPr>
          <p:cNvPr id="4" name="Номер слайда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5hcAAG41AAAuKgAAPj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7200"/>
          </a:xfrm>
        </p:spPr>
        <p:txBody>
          <a:bodyPr/>
          <a:lstStyle/>
          <a:p>
            <a:pPr>
              <a:defRPr lang="ru-ru"/>
            </a:pPr>
            <a:fld id="{3FFF4AF5-BBD2-AABC-9C47-4DE904096A18}" type="slidenum">
              <a:t>23</a:t>
            </a:fld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C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WAIAADgEAADYJwAAUBkAABAAAAAmAAAACAAAAAEAAAAAAAAA"/>
              </a:ext>
            </a:extLst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OAQAALgaAAD4JQAACDQAABAAAAAmAAAACAAAAAEAAAAAAAAA"/>
              </a:ext>
            </a:extLst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pPr marL="0" indent="0">
              <a:buNone/>
              <a:defRPr lang="ru-ru"/>
            </a:pPr>
            <a:r>
              <a:t>Итак, перейдем к первому пункту – оформление.</a:t>
            </a:r>
          </a:p>
          <a:p>
            <a:pPr marL="0" indent="0">
              <a:buNone/>
              <a:defRPr lang="ru-ru"/>
            </a:pPr>
            <a:r>
              <a:t>Основной просьбой со стороны подразделений было увеличить пространство презентации. Нам тоже показалось логичным и правильным, за счет уменьшения ширины корешка увеличить пространство для контента.</a:t>
            </a:r>
          </a:p>
          <a:p>
            <a:pPr marL="228600" indent="-228600">
              <a:buAutoNum type="arabicPeriod"/>
              <a:defRPr lang="ru-ru"/>
            </a:pPr>
            <a:endParaRPr/>
          </a:p>
          <a:p>
            <a:pPr marL="0" indent="0">
              <a:buNone/>
              <a:defRPr lang="ru-ru"/>
            </a:pPr>
            <a:r>
              <a:t>След. слайд</a:t>
            </a:r>
          </a:p>
        </p:txBody>
      </p:sp>
      <p:sp>
        <p:nvSpPr>
          <p:cNvPr id="4" name="Номер слайда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5hcAAG41AAAuKgAAPj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7200"/>
          </a:xfrm>
        </p:spPr>
        <p:txBody>
          <a:bodyPr/>
          <a:lstStyle/>
          <a:p>
            <a:pPr>
              <a:defRPr lang="ru-ru"/>
            </a:pPr>
            <a:fld id="{3FFF1D28-66D2-AAEB-9C47-90BE53096AC5}" type="slidenum">
              <a:t>24</a:t>
            </a:fld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C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WAIAADgEAADYJwAAUBkAABAAAAAmAAAACAAAAAEAAAAAAAAA"/>
              </a:ext>
            </a:extLst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OAQAALgaAAD4JQAACDQAABAAAAAmAAAACAAAAAEAAAAAAAAA"/>
              </a:ext>
            </a:extLst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pPr marL="0" indent="0">
              <a:buNone/>
              <a:defRPr lang="ru-ru"/>
            </a:pPr>
            <a:r>
              <a:t>Итак, перейдем к первому пункту – оформление.</a:t>
            </a:r>
          </a:p>
          <a:p>
            <a:pPr marL="0" indent="0">
              <a:buNone/>
              <a:defRPr lang="ru-ru"/>
            </a:pPr>
            <a:r>
              <a:t>Основной просьбой со стороны подразделений было увеличить пространство презентации. Нам тоже показалось логичным и правильным, за счет уменьшения ширины корешка увеличить пространство для контента.</a:t>
            </a:r>
          </a:p>
          <a:p>
            <a:pPr marL="228600" indent="-228600">
              <a:buAutoNum type="arabicPeriod"/>
              <a:defRPr lang="ru-ru"/>
            </a:pPr>
            <a:endParaRPr/>
          </a:p>
          <a:p>
            <a:pPr marL="0" indent="0">
              <a:buNone/>
              <a:defRPr lang="ru-ru"/>
            </a:pPr>
            <a:r>
              <a:t>След. слайд</a:t>
            </a:r>
          </a:p>
        </p:txBody>
      </p:sp>
      <p:sp>
        <p:nvSpPr>
          <p:cNvPr id="4" name="Номер слайда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5hcAAG41AAAuKgAAPj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7200"/>
          </a:xfrm>
        </p:spPr>
        <p:txBody>
          <a:bodyPr/>
          <a:lstStyle/>
          <a:p>
            <a:pPr>
              <a:defRPr lang="ru-ru"/>
            </a:pPr>
            <a:fld id="{3FFF023B-75D2-AAF4-9C47-83A14C096AD6}" type="slidenum">
              <a:t>25</a:t>
            </a:fld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C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WAIAADgEAADYJwAAUBkAABAAAAAmAAAACAAAAAEAAAAAAAAA"/>
              </a:ext>
            </a:extLst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OAQAALgaAAD4JQAACDQAABAAAAAmAAAACAAAAAEAAAAAAAAA"/>
              </a:ext>
            </a:extLst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pPr marL="0" indent="0">
              <a:buNone/>
              <a:defRPr lang="ru-ru"/>
            </a:pPr>
            <a:r>
              <a:t>Итак, перейдем к первому пункту – оформление.</a:t>
            </a:r>
          </a:p>
          <a:p>
            <a:pPr marL="0" indent="0">
              <a:buNone/>
              <a:defRPr lang="ru-ru"/>
            </a:pPr>
            <a:r>
              <a:t>Основной просьбой со стороны подразделений было увеличить пространство презентации. Нам тоже показалось логичным и правильным, за счет уменьшения ширины корешка увеличить пространство для контента.</a:t>
            </a:r>
          </a:p>
          <a:p>
            <a:pPr marL="228600" indent="-228600">
              <a:buAutoNum type="arabicPeriod"/>
              <a:defRPr lang="ru-ru"/>
            </a:pPr>
            <a:endParaRPr/>
          </a:p>
          <a:p>
            <a:pPr marL="0" indent="0">
              <a:buNone/>
              <a:defRPr lang="ru-ru"/>
            </a:pPr>
            <a:r>
              <a:t>След. слайд</a:t>
            </a:r>
          </a:p>
        </p:txBody>
      </p:sp>
      <p:sp>
        <p:nvSpPr>
          <p:cNvPr id="4" name="Номер слайда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P7+/v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5hcAAG41AAAuKgAAPj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7200"/>
          </a:xfrm>
        </p:spPr>
        <p:txBody>
          <a:bodyPr/>
          <a:lstStyle/>
          <a:p>
            <a:pPr>
              <a:defRPr lang="ru-ru"/>
            </a:pPr>
            <a:fld id="{3FFF6B0B-45D2-AA9D-9C47-B3C825096AE6}" type="slidenum">
              <a:t>26</a:t>
            </a:fld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C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WAIAADgEAADYJwAAUBkAABAAAAAmAAAACAAAAAEAAAAAAAAA"/>
              </a:ext>
            </a:extLst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OAQAALgaAAD4JQAACDQAABAAAAAmAAAACAAAAAEAAAAAAAAA"/>
              </a:ext>
            </a:extLst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pPr marL="0" indent="0">
              <a:buNone/>
              <a:defRPr lang="ru-ru"/>
            </a:pPr>
            <a:r>
              <a:t>Итак, перейдем к первому пункту – оформление.</a:t>
            </a:r>
          </a:p>
          <a:p>
            <a:pPr marL="0" indent="0">
              <a:buNone/>
              <a:defRPr lang="ru-ru"/>
            </a:pPr>
            <a:r>
              <a:t>Основной просьбой со стороны подразделений было увеличить пространство презентации. Нам тоже показалось логичным и правильным, за счет уменьшения ширины корешка увеличить пространство для контента.</a:t>
            </a:r>
          </a:p>
          <a:p>
            <a:pPr marL="228600" indent="-228600">
              <a:buAutoNum type="arabicPeriod"/>
              <a:defRPr lang="ru-ru"/>
            </a:pPr>
            <a:endParaRPr/>
          </a:p>
          <a:p>
            <a:pPr marL="0" indent="0">
              <a:buNone/>
              <a:defRPr lang="ru-ru"/>
            </a:pPr>
            <a:r>
              <a:t>След. слайд</a:t>
            </a:r>
          </a:p>
        </p:txBody>
      </p:sp>
      <p:sp>
        <p:nvSpPr>
          <p:cNvPr id="4" name="Номер слайда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5hcAAG41AAAuKgAAPj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7200"/>
          </a:xfrm>
        </p:spPr>
        <p:txBody>
          <a:bodyPr/>
          <a:lstStyle/>
          <a:p>
            <a:pPr>
              <a:defRPr lang="ru-ru"/>
            </a:pPr>
            <a:fld id="{3FFF0551-1FD2-AAF3-9C47-E9A64B096ABC}" type="slidenum">
              <a:t>27</a:t>
            </a:fld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A8C70B-DCC8-E921-C3F1-F792185A5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69AB92E-C58C-EF95-9620-27333705066E}"/>
              </a:ext>
            </a:extLst>
          </p:cNvPr>
          <p:cNvSpPr>
            <a:spLocks noGrp="1" noRot="1" noChangeAspect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fXcNaBMAAAAlAAAAZAAAAC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WAIAADgEAADYJwAAUBkAABAAAAAmAAAACAAAAAEAAAAAAAAA"/>
              </a:ext>
            </a:extLst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8035D45-BA39-5BE2-61D3-E9B7CB8A92CE}"/>
              </a:ext>
            </a:extLst>
          </p:cNvPr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fXcNa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OAQAALgaAAD4JQAACDQAABAAAAAmAAAACAAAAAEAAAAAAAAA"/>
              </a:ext>
            </a:extLst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pPr marL="0" indent="0">
              <a:buNone/>
              <a:defRPr lang="ru-ru"/>
            </a:pPr>
            <a:r>
              <a:t>Итак, перейдем к первому пункту – оформление.</a:t>
            </a:r>
          </a:p>
          <a:p>
            <a:pPr marL="0" indent="0">
              <a:buNone/>
              <a:defRPr lang="ru-ru"/>
            </a:pPr>
            <a:r>
              <a:t>Основной просьбой со стороны подразделений было увеличить пространство презентации. Нам тоже показалось логичным и правильным, за счет уменьшения ширины корешка увеличить пространство для контента.</a:t>
            </a:r>
          </a:p>
          <a:p>
            <a:pPr marL="228600" indent="-228600">
              <a:buAutoNum type="arabicPeriod"/>
              <a:defRPr lang="ru-ru"/>
            </a:pPr>
            <a:endParaRPr/>
          </a:p>
          <a:p>
            <a:pPr marL="0" indent="0">
              <a:buNone/>
              <a:defRPr lang="ru-ru"/>
            </a:pPr>
            <a:r>
              <a:t>След. слайд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CDF8BD5-0EC4-5422-8497-EFBE58DD8F5B}"/>
              </a:ext>
            </a:extLst>
          </p:cNvPr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fXcNaB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5hcAAG41AAAuKgAAPj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7200"/>
          </a:xfrm>
        </p:spPr>
        <p:txBody>
          <a:bodyPr/>
          <a:lstStyle/>
          <a:p>
            <a:pPr>
              <a:defRPr lang="ru-ru"/>
            </a:pPr>
            <a:fld id="{3FFF5C7E-30D2-AAAA-9C47-C6FF12096A93}" type="slidenum"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091088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NQJAAAINAAAnRAAABAAAAAmAAAACAAAAAEAAAAAAAAA"/>
              </a:ext>
            </a:extLst>
          </p:cNvSpPr>
          <p:nvPr>
            <p:ph type="ctrTitle"/>
          </p:nvPr>
        </p:nvSpPr>
        <p:spPr>
          <a:xfrm>
            <a:off x="685800" y="1597660"/>
            <a:ext cx="7772400" cy="1102995"/>
          </a:xfrm>
        </p:spPr>
        <p:txBody>
          <a:bodyPr/>
          <a:lstStyle/>
          <a:p>
            <a:pPr>
              <a:defRPr lang="ru-ru"/>
            </a:pPr>
            <a:r>
              <a:t>Образец заголовка</a:t>
            </a:r>
          </a:p>
        </p:txBody>
      </p:sp>
      <p:sp>
        <p:nvSpPr>
          <p:cNvPr id="3" name="Подзаголовок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cAgAAO4RAADQLwAABBoAABAAAAAmAAAACAAAAAGAAAAAAAAA"/>
              </a:ext>
            </a:extLst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 lang="ru-ru" cap="none">
                <a:solidFill>
                  <a:srgbClr val="8C8C8C"/>
                </a:solidFill>
              </a:defRPr>
            </a:lvl1pPr>
            <a:lvl2pPr marL="457200" indent="0" algn="ctr">
              <a:buNone/>
              <a:defRPr lang="ru-ru" cap="none">
                <a:solidFill>
                  <a:srgbClr val="8C8C8C"/>
                </a:solidFill>
              </a:defRPr>
            </a:lvl2pPr>
            <a:lvl3pPr marL="914400" indent="0" algn="ctr">
              <a:buNone/>
              <a:defRPr lang="ru-ru" cap="none">
                <a:solidFill>
                  <a:srgbClr val="8C8C8C"/>
                </a:solidFill>
              </a:defRPr>
            </a:lvl3pPr>
            <a:lvl4pPr marL="1371600" indent="0" algn="ctr">
              <a:buNone/>
              <a:defRPr lang="ru-ru" cap="none">
                <a:solidFill>
                  <a:srgbClr val="8C8C8C"/>
                </a:solidFill>
              </a:defRPr>
            </a:lvl4pPr>
            <a:lvl5pPr marL="1828800" indent="0" algn="ctr">
              <a:buNone/>
              <a:defRPr lang="ru-ru" cap="none">
                <a:solidFill>
                  <a:srgbClr val="8C8C8C"/>
                </a:solidFill>
              </a:defRPr>
            </a:lvl5pPr>
            <a:lvl6pPr marL="2286000" indent="0" algn="ctr">
              <a:buNone/>
              <a:defRPr lang="ru-ru" cap="none">
                <a:solidFill>
                  <a:srgbClr val="8C8C8C"/>
                </a:solidFill>
              </a:defRPr>
            </a:lvl6pPr>
            <a:lvl7pPr marL="2743200" indent="0" algn="ctr">
              <a:buNone/>
              <a:defRPr lang="ru-ru" cap="none">
                <a:solidFill>
                  <a:srgbClr val="8C8C8C"/>
                </a:solidFill>
              </a:defRPr>
            </a:lvl7pPr>
            <a:lvl8pPr marL="3200400" indent="0" algn="ctr">
              <a:buNone/>
              <a:defRPr lang="ru-ru" cap="none">
                <a:solidFill>
                  <a:srgbClr val="8C8C8C"/>
                </a:solidFill>
              </a:defRPr>
            </a:lvl8pPr>
            <a:lvl9pPr marL="3657600" indent="0" algn="ctr">
              <a:buNone/>
              <a:defRPr lang="ru-ru" cap="none">
                <a:solidFill>
                  <a:srgbClr val="8C8C8C"/>
                </a:solidFill>
              </a:defRPr>
            </a:lvl9pPr>
          </a:lstStyle>
          <a:p>
            <a:pPr>
              <a:defRPr lang="ru-ru"/>
            </a:pPr>
            <a:r>
              <a:t>Образец подзаголовка</a:t>
            </a:r>
          </a:p>
        </p:txBody>
      </p:sp>
      <p:sp>
        <p:nvSpPr>
          <p:cNvPr id="4" name="Дата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FQdAADwDwAAAx8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ru-ru"/>
            </a:pPr>
            <a:fld id="{3FFF3869-27D2-AACE-9C47-D19B76096A84}" type="datetime1">
              <a:t>29.04.2025</a:t>
            </a:fld>
            <a:endParaRPr/>
          </a:p>
        </p:txBody>
      </p:sp>
      <p:sp>
        <p:nvSpPr>
          <p:cNvPr id="5" name="Нижний колонтитул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BMAAFQdAAAIJQAAAx8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ru-ru"/>
            </a:pPr>
            <a:endParaRPr/>
          </a:p>
        </p:txBody>
      </p:sp>
      <p:sp>
        <p:nvSpPr>
          <p:cNvPr id="6" name="Номер слайда 5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CgAAFQdAABwNQAAAx8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ru-ru"/>
            </a:pPr>
            <a:fld id="{3FFF3DC4-8AD2-AACB-9C47-7C9E73096A29}" type="slidenum">
              <a:t>‹#›</a:t>
            </a:fld>
            <a:endParaRPr/>
          </a:p>
        </p:txBody>
      </p:sp>
    </p:spTree>
  </p:cSld>
  <p:clrMapOvr>
    <a:masterClrMapping/>
  </p:clrMapOvr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EQBAABwNQAAigY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ru-ru"/>
            </a:pPr>
            <a:r>
              <a:t>Образец заголовка</a:t>
            </a:r>
          </a:p>
        </p:txBody>
      </p:sp>
      <p:sp>
        <p:nvSpPr>
          <p:cNvPr id="3" name="Содержимое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GIHAABwNQAARBwAABAAAAAmAAAACAAAAAAAAAAAAAAA"/>
              </a:ext>
            </a:extLst>
          </p:cNvSpPr>
          <p:nvPr>
            <p:ph idx="1"/>
          </p:nvPr>
        </p:nvSpPr>
        <p:spPr/>
        <p:txBody>
          <a:bodyPr/>
          <a:lstStyle/>
          <a:p>
            <a:pPr>
              <a:defRPr lang="ru-ru"/>
            </a:pPr>
            <a:r>
              <a:t>Образец текста</a:t>
            </a:r>
          </a:p>
          <a:p>
            <a:pPr lvl="1">
              <a:defRPr lang="ru-ru"/>
            </a:pPr>
            <a:r>
              <a:t>Second level</a:t>
            </a:r>
          </a:p>
          <a:p>
            <a:pPr lvl="2">
              <a:defRPr lang="ru-ru"/>
            </a:pPr>
            <a:r>
              <a:t>Third level</a:t>
            </a:r>
          </a:p>
          <a:p>
            <a:pPr lvl="3">
              <a:defRPr lang="ru-ru"/>
            </a:pPr>
            <a:r>
              <a:t>Fourth level</a:t>
            </a:r>
          </a:p>
          <a:p>
            <a:pPr lvl="4">
              <a:defRPr lang="ru-ru"/>
            </a:pPr>
            <a:r>
              <a:t>Fifth level</a:t>
            </a:r>
          </a:p>
        </p:txBody>
      </p:sp>
      <p:sp>
        <p:nvSpPr>
          <p:cNvPr id="4" name="Дата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FQdAADwDwAAAx8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ru-ru"/>
            </a:pPr>
            <a:fld id="{3FFF3710-5ED2-AAC1-9C47-A89479096AFD}" type="datetime1">
              <a:t>29.04.2025</a:t>
            </a:fld>
            <a:endParaRPr/>
          </a:p>
        </p:txBody>
      </p:sp>
      <p:sp>
        <p:nvSpPr>
          <p:cNvPr id="5" name="Нижний колонтитул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BMAAFQdAAAIJQAAAx8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ru-ru"/>
            </a:pPr>
            <a:endParaRPr/>
          </a:p>
        </p:txBody>
      </p:sp>
      <p:sp>
        <p:nvSpPr>
          <p:cNvPr id="6" name="Номер слайда 5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CgAAFQdAABwNQAAAx8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ru-ru"/>
            </a:pPr>
            <a:fld id="{3FFF0275-3BD2-AAF4-9C47-CDA14C096A98}" type="slidenum">
              <a:t>‹#›</a:t>
            </a:fld>
            <a:endParaRPr/>
          </a:p>
        </p:txBody>
      </p:sp>
    </p:spTree>
  </p:cSld>
  <p:clrMapOvr>
    <a:masterClrMapping/>
  </p:clrMapOvr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cgQAAFUUAABCNAAAnhoAABAAAAAmAAAACAAAAIGAAAAAAAAA"/>
              </a:ext>
            </a:extLst>
          </p:cNvSpPr>
          <p:nvPr>
            <p:ph type="title"/>
          </p:nvPr>
        </p:nvSpPr>
        <p:spPr>
          <a:xfrm>
            <a:off x="722630" y="3305175"/>
            <a:ext cx="7772400" cy="1021715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algn="l">
              <a:defRPr lang="ru-ru" sz="4000" b="1" cap="all"/>
            </a:lvl1pPr>
            <a:lvl2pPr>
              <a:defRPr lang="ru-ru" cap="none"/>
            </a:lvl2pPr>
            <a:lvl3pPr>
              <a:defRPr lang="ru-ru" cap="none"/>
            </a:lvl3pPr>
            <a:lvl4pPr>
              <a:defRPr lang="ru-ru" cap="none"/>
            </a:lvl4pPr>
            <a:lvl5pPr>
              <a:defRPr lang="ru-ru" cap="none"/>
            </a:lvl5pPr>
            <a:lvl6pPr>
              <a:defRPr lang="ru-ru" cap="none"/>
            </a:lvl6pPr>
            <a:lvl7pPr>
              <a:defRPr lang="ru-ru" cap="none"/>
            </a:lvl7pPr>
            <a:lvl8pPr>
              <a:defRPr lang="ru-ru" cap="none"/>
            </a:lvl8pPr>
            <a:lvl9pPr>
              <a:defRPr lang="ru-ru" cap="none"/>
            </a:lvl9pPr>
          </a:lstStyle>
          <a:p>
            <a:pPr>
              <a:defRPr lang="ru-ru"/>
            </a:pPr>
            <a:r>
              <a:t>Образец заголовка</a:t>
            </a:r>
          </a:p>
        </p:txBody>
      </p:sp>
      <p:sp>
        <p:nvSpPr>
          <p:cNvPr id="3" name="Текст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cgQAAGkNAABCNAAAVRQAABAAAAAmAAAACAAAAIGAAAAAAAAA"/>
              </a:ext>
            </a:extLst>
          </p:cNvSpPr>
          <p:nvPr>
            <p:ph idx="1"/>
          </p:nvPr>
        </p:nvSpPr>
        <p:spPr>
          <a:xfrm>
            <a:off x="722630" y="2179955"/>
            <a:ext cx="7772400" cy="1125220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marL="0" indent="0">
              <a:buNone/>
              <a:defRPr lang="ru-ru" sz="2000" cap="none">
                <a:solidFill>
                  <a:srgbClr val="8C8C8C"/>
                </a:solidFill>
              </a:defRPr>
            </a:lvl1pPr>
            <a:lvl2pPr marL="457200" indent="0">
              <a:buNone/>
              <a:defRPr lang="ru-ru" sz="1800" cap="none">
                <a:solidFill>
                  <a:srgbClr val="8C8C8C"/>
                </a:solidFill>
              </a:defRPr>
            </a:lvl2pPr>
            <a:lvl3pPr marL="914400" indent="0">
              <a:buNone/>
              <a:defRPr lang="ru-ru" sz="1600" cap="none">
                <a:solidFill>
                  <a:srgbClr val="8C8C8C"/>
                </a:solidFill>
              </a:defRPr>
            </a:lvl3pPr>
            <a:lvl4pPr marL="1371600" indent="0">
              <a:buNone/>
              <a:defRPr lang="ru-ru" sz="1400" cap="none">
                <a:solidFill>
                  <a:srgbClr val="8C8C8C"/>
                </a:solidFill>
              </a:defRPr>
            </a:lvl4pPr>
            <a:lvl5pPr marL="1828800" indent="0">
              <a:buNone/>
              <a:defRPr lang="ru-ru" sz="1400" cap="none">
                <a:solidFill>
                  <a:srgbClr val="8C8C8C"/>
                </a:solidFill>
              </a:defRPr>
            </a:lvl5pPr>
            <a:lvl6pPr marL="2286000" indent="0">
              <a:buNone/>
              <a:defRPr lang="ru-ru" sz="1400" cap="none">
                <a:solidFill>
                  <a:srgbClr val="8C8C8C"/>
                </a:solidFill>
              </a:defRPr>
            </a:lvl6pPr>
            <a:lvl7pPr marL="2743200" indent="0">
              <a:buNone/>
              <a:defRPr lang="ru-ru" sz="1400" cap="none">
                <a:solidFill>
                  <a:srgbClr val="8C8C8C"/>
                </a:solidFill>
              </a:defRPr>
            </a:lvl7pPr>
            <a:lvl8pPr marL="3200400" indent="0">
              <a:buNone/>
              <a:defRPr lang="ru-ru" sz="1400" cap="none">
                <a:solidFill>
                  <a:srgbClr val="8C8C8C"/>
                </a:solidFill>
              </a:defRPr>
            </a:lvl8pPr>
            <a:lvl9pPr marL="3657600" indent="0">
              <a:buNone/>
              <a:defRPr lang="ru-ru" sz="1400" cap="none">
                <a:solidFill>
                  <a:srgbClr val="8C8C8C"/>
                </a:solidFill>
              </a:defRPr>
            </a:lvl9pPr>
          </a:lstStyle>
          <a:p>
            <a:pPr>
              <a:defRPr lang="ru-ru"/>
            </a:pPr>
            <a:r>
              <a:t>Образец текста</a:t>
            </a:r>
          </a:p>
        </p:txBody>
      </p:sp>
      <p:sp>
        <p:nvSpPr>
          <p:cNvPr id="4" name="Дата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FQdAADwDwAAAx8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ru-ru"/>
            </a:pPr>
            <a:fld id="{3FFF39FE-B0D2-AACF-9C47-469A77096A13}" type="datetime1">
              <a:t>29.04.2025</a:t>
            </a:fld>
            <a:endParaRPr/>
          </a:p>
        </p:txBody>
      </p:sp>
      <p:sp>
        <p:nvSpPr>
          <p:cNvPr id="5" name="Нижний колонтитул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BMAAFQdAAAIJQAAAx8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ru-ru"/>
            </a:pPr>
            <a:endParaRPr/>
          </a:p>
        </p:txBody>
      </p:sp>
      <p:sp>
        <p:nvSpPr>
          <p:cNvPr id="6" name="Номер слайда 5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CgAAFQdAABwNQAAAx8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ru-ru"/>
            </a:pPr>
            <a:fld id="{3FFF36B1-FFD2-AAC0-9C47-099578096A5C}" type="slidenum">
              <a:t>‹#›</a:t>
            </a:fld>
            <a:endParaRPr/>
          </a:p>
        </p:txBody>
      </p:sp>
    </p:spTree>
  </p:cSld>
  <p:clrMapOvr>
    <a:masterClrMapping/>
  </p:clrMapOvr>
  <p:hf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EQBAABwNQAAigY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ru-ru"/>
            </a:pPr>
            <a:r>
              <a:t>Образец заголовка</a:t>
            </a:r>
          </a:p>
        </p:txBody>
      </p:sp>
      <p:sp>
        <p:nvSpPr>
          <p:cNvPr id="3" name="Содержимое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GIHAACoGwAARBwAABAAAAAmAAAACAAAAAGAAAAAAAAA"/>
              </a:ext>
            </a:extLst>
          </p:cNvSpPr>
          <p:nvPr>
            <p:ph idx="1"/>
          </p:nvPr>
        </p:nvSpPr>
        <p:spPr>
          <a:xfrm>
            <a:off x="457200" y="1200150"/>
            <a:ext cx="4038600" cy="3394710"/>
          </a:xfrm>
        </p:spPr>
        <p:txBody>
          <a:bodyPr/>
          <a:lstStyle>
            <a:lvl1pPr>
              <a:defRPr lang="ru-ru" sz="2800" cap="none"/>
            </a:lvl1pPr>
            <a:lvl2pPr>
              <a:defRPr lang="ru-ru" sz="2400" cap="none"/>
            </a:lvl2pPr>
            <a:lvl3pPr>
              <a:defRPr lang="ru-ru" sz="2000" cap="none"/>
            </a:lvl3pPr>
            <a:lvl4pPr>
              <a:defRPr lang="ru-ru" sz="1800" cap="none"/>
            </a:lvl4pPr>
            <a:lvl5pPr>
              <a:defRPr lang="ru-ru" sz="1800" cap="none"/>
            </a:lvl5pPr>
            <a:lvl6pPr>
              <a:defRPr lang="ru-ru" sz="1800" cap="none"/>
            </a:lvl6pPr>
            <a:lvl7pPr>
              <a:defRPr lang="ru-ru" sz="1800" cap="none"/>
            </a:lvl7pPr>
            <a:lvl8pPr>
              <a:defRPr lang="ru-ru" sz="1800" cap="none"/>
            </a:lvl8pPr>
            <a:lvl9pPr>
              <a:defRPr lang="ru-ru" sz="1800" cap="none"/>
            </a:lvl9pPr>
          </a:lstStyle>
          <a:p>
            <a:pPr>
              <a:defRPr lang="ru-ru"/>
            </a:pPr>
            <a:r>
              <a:t>Образец текста</a:t>
            </a:r>
          </a:p>
          <a:p>
            <a:pPr lvl="1">
              <a:defRPr lang="ru-ru"/>
            </a:pPr>
            <a:r>
              <a:t>Second level</a:t>
            </a:r>
          </a:p>
          <a:p>
            <a:pPr lvl="2">
              <a:defRPr lang="ru-ru"/>
            </a:pPr>
            <a:r>
              <a:t>Third level</a:t>
            </a:r>
          </a:p>
          <a:p>
            <a:pPr lvl="3">
              <a:defRPr lang="ru-ru"/>
            </a:pPr>
            <a:r>
              <a:t>Fourth level</a:t>
            </a:r>
          </a:p>
          <a:p>
            <a:pPr lvl="4">
              <a:defRPr lang="ru-ru"/>
            </a:pPr>
            <a:r>
              <a:t>Fifth level</a:t>
            </a:r>
          </a:p>
        </p:txBody>
      </p:sp>
      <p:sp>
        <p:nvSpPr>
          <p:cNvPr id="4" name="Содержимое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mBwAAGIHAABwNQAARBwAABAAAAAmAAAACAAAAAGAAAAAAAAA"/>
              </a:ext>
            </a:extLst>
          </p:cNvSpPr>
          <p:nvPr>
            <p:ph idx="2"/>
          </p:nvPr>
        </p:nvSpPr>
        <p:spPr>
          <a:xfrm>
            <a:off x="4648200" y="1200150"/>
            <a:ext cx="4038600" cy="3394710"/>
          </a:xfrm>
        </p:spPr>
        <p:txBody>
          <a:bodyPr/>
          <a:lstStyle>
            <a:lvl1pPr>
              <a:defRPr lang="ru-ru" sz="2800" cap="none"/>
            </a:lvl1pPr>
            <a:lvl2pPr>
              <a:defRPr lang="ru-ru" sz="2400" cap="none"/>
            </a:lvl2pPr>
            <a:lvl3pPr>
              <a:defRPr lang="ru-ru" sz="2000" cap="none"/>
            </a:lvl3pPr>
            <a:lvl4pPr>
              <a:defRPr lang="ru-ru" sz="1800" cap="none"/>
            </a:lvl4pPr>
            <a:lvl5pPr>
              <a:defRPr lang="ru-ru" sz="1800" cap="none"/>
            </a:lvl5pPr>
            <a:lvl6pPr>
              <a:defRPr lang="ru-ru" sz="1800" cap="none"/>
            </a:lvl6pPr>
            <a:lvl7pPr>
              <a:defRPr lang="ru-ru" sz="1800" cap="none"/>
            </a:lvl7pPr>
            <a:lvl8pPr>
              <a:defRPr lang="ru-ru" sz="1800" cap="none"/>
            </a:lvl8pPr>
            <a:lvl9pPr>
              <a:defRPr lang="ru-ru" sz="1800" cap="none"/>
            </a:lvl9pPr>
          </a:lstStyle>
          <a:p>
            <a:pPr>
              <a:defRPr lang="ru-ru"/>
            </a:pPr>
            <a:r>
              <a:t>Образец текста</a:t>
            </a:r>
          </a:p>
          <a:p>
            <a:pPr lvl="1">
              <a:defRPr lang="ru-ru"/>
            </a:pPr>
            <a:r>
              <a:t>Second level</a:t>
            </a:r>
          </a:p>
          <a:p>
            <a:pPr lvl="2">
              <a:defRPr lang="ru-ru"/>
            </a:pPr>
            <a:r>
              <a:t>Third level</a:t>
            </a:r>
          </a:p>
          <a:p>
            <a:pPr lvl="3">
              <a:defRPr lang="ru-ru"/>
            </a:pPr>
            <a:r>
              <a:t>Fourth level</a:t>
            </a:r>
          </a:p>
          <a:p>
            <a:pPr lvl="4">
              <a:defRPr lang="ru-ru"/>
            </a:pPr>
            <a:r>
              <a:t>Fifth level</a:t>
            </a:r>
          </a:p>
        </p:txBody>
      </p:sp>
      <p:sp>
        <p:nvSpPr>
          <p:cNvPr id="5" name="Дата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FQdAADwDwAAAx8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ru-ru"/>
            </a:pPr>
            <a:fld id="{3FFF0FB7-F9D2-AAF9-9C47-0FAC41096A5A}" type="datetime1">
              <a:t>29.04.2025</a:t>
            </a:fld>
            <a:endParaRPr/>
          </a:p>
        </p:txBody>
      </p:sp>
      <p:sp>
        <p:nvSpPr>
          <p:cNvPr id="6" name="Нижний колонтитул 5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BMAAFQdAAAIJQAAAx8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ru-ru"/>
            </a:pPr>
            <a:endParaRPr/>
          </a:p>
        </p:txBody>
      </p:sp>
      <p:sp>
        <p:nvSpPr>
          <p:cNvPr id="7" name="Номер слайда 6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CgAAFQdAABwNQAAAx8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ru-ru"/>
            </a:pPr>
            <a:fld id="{3FFF115D-13D2-AAE7-9C47-E5B25F096AB0}" type="slidenum">
              <a:t>‹#›</a:t>
            </a:fld>
            <a:endParaRPr/>
          </a:p>
        </p:txBody>
      </p:sp>
    </p:spTree>
  </p:cSld>
  <p:clrMapOvr>
    <a:masterClrMapping/>
  </p:clrMapOvr>
  <p:hf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EQBAABwNQAAigY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ru-ru"/>
            </a:pPr>
            <a:r>
              <a:t>Образец заголовка</a:t>
            </a:r>
          </a:p>
        </p:txBody>
      </p:sp>
      <p:sp>
        <p:nvSpPr>
          <p:cNvPr id="3" name="Текст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BUHAACrGwAACQoAABAAAAAmAAAACAAAAIGAAAAAAAAA"/>
              </a:ext>
            </a:extLst>
          </p:cNvSpPr>
          <p:nvPr>
            <p:ph idx="1"/>
          </p:nvPr>
        </p:nvSpPr>
        <p:spPr>
          <a:xfrm>
            <a:off x="457200" y="1151255"/>
            <a:ext cx="4040505" cy="480060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marL="0" indent="0">
              <a:buNone/>
              <a:defRPr lang="ru-ru" sz="2400" b="1" cap="none"/>
            </a:lvl1pPr>
            <a:lvl2pPr marL="457200" indent="0">
              <a:buNone/>
              <a:defRPr lang="ru-ru" sz="2000" b="1" cap="none"/>
            </a:lvl2pPr>
            <a:lvl3pPr marL="914400" indent="0">
              <a:buNone/>
              <a:defRPr lang="ru-ru" sz="1800" b="1" cap="none"/>
            </a:lvl3pPr>
            <a:lvl4pPr marL="1371600" indent="0">
              <a:buNone/>
              <a:defRPr lang="ru-ru" sz="1600" b="1" cap="none"/>
            </a:lvl4pPr>
            <a:lvl5pPr marL="1828800" indent="0">
              <a:buNone/>
              <a:defRPr lang="ru-ru" sz="1600" b="1" cap="none"/>
            </a:lvl5pPr>
            <a:lvl6pPr marL="2286000" indent="0">
              <a:buNone/>
              <a:defRPr lang="ru-ru" sz="1600" b="1" cap="none"/>
            </a:lvl6pPr>
            <a:lvl7pPr marL="2743200" indent="0">
              <a:buNone/>
              <a:defRPr lang="ru-ru" sz="1600" b="1" cap="none"/>
            </a:lvl7pPr>
            <a:lvl8pPr marL="3200400" indent="0">
              <a:buNone/>
              <a:defRPr lang="ru-ru" sz="1600" b="1" cap="none"/>
            </a:lvl8pPr>
            <a:lvl9pPr marL="3657600" indent="0">
              <a:buNone/>
              <a:defRPr lang="ru-ru" sz="1600" b="1" cap="none"/>
            </a:lvl9pPr>
          </a:lstStyle>
          <a:p>
            <a:pPr>
              <a:defRPr lang="ru-ru"/>
            </a:pPr>
            <a:r>
              <a:t>Образец текста</a:t>
            </a:r>
          </a:p>
        </p:txBody>
      </p:sp>
      <p:sp>
        <p:nvSpPr>
          <p:cNvPr id="4" name="Содержимое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AkKAACrGwAARBwAABAAAAAmAAAACAAAAAGAAAAAAAAA"/>
              </a:ext>
            </a:extLst>
          </p:cNvSpPr>
          <p:nvPr>
            <p:ph idx="2"/>
          </p:nvPr>
        </p:nvSpPr>
        <p:spPr>
          <a:xfrm>
            <a:off x="457200" y="1631315"/>
            <a:ext cx="4040505" cy="2963545"/>
          </a:xfrm>
        </p:spPr>
        <p:txBody>
          <a:bodyPr/>
          <a:lstStyle>
            <a:lvl1pPr>
              <a:defRPr lang="ru-ru" sz="2400" cap="none"/>
            </a:lvl1pPr>
            <a:lvl2pPr>
              <a:defRPr lang="ru-ru" sz="2000" cap="none"/>
            </a:lvl2pPr>
            <a:lvl3pPr>
              <a:defRPr lang="ru-ru" sz="1800" cap="none"/>
            </a:lvl3pPr>
            <a:lvl4pPr>
              <a:defRPr lang="ru-ru" sz="1600" cap="none"/>
            </a:lvl4pPr>
            <a:lvl5pPr>
              <a:defRPr lang="ru-ru" sz="1600" cap="none"/>
            </a:lvl5pPr>
            <a:lvl6pPr>
              <a:defRPr lang="ru-ru" sz="1600" cap="none"/>
            </a:lvl6pPr>
            <a:lvl7pPr>
              <a:defRPr lang="ru-ru" sz="1600" cap="none"/>
            </a:lvl7pPr>
            <a:lvl8pPr>
              <a:defRPr lang="ru-ru" sz="1600" cap="none"/>
            </a:lvl8pPr>
            <a:lvl9pPr>
              <a:defRPr lang="ru-ru" sz="1600" cap="none"/>
            </a:lvl9pPr>
          </a:lstStyle>
          <a:p>
            <a:pPr>
              <a:defRPr lang="ru-ru"/>
            </a:pPr>
            <a:r>
              <a:t>Образец текста</a:t>
            </a:r>
          </a:p>
          <a:p>
            <a:pPr lvl="1">
              <a:defRPr lang="ru-ru"/>
            </a:pPr>
            <a:r>
              <a:t>Second level</a:t>
            </a:r>
          </a:p>
          <a:p>
            <a:pPr lvl="2">
              <a:defRPr lang="ru-ru"/>
            </a:pPr>
            <a:r>
              <a:t>Third level</a:t>
            </a:r>
          </a:p>
          <a:p>
            <a:pPr lvl="3">
              <a:defRPr lang="ru-ru"/>
            </a:pPr>
            <a:r>
              <a:t>Fourth level</a:t>
            </a:r>
          </a:p>
          <a:p>
            <a:pPr lvl="4">
              <a:defRPr lang="ru-ru"/>
            </a:pPr>
            <a:r>
              <a:t>Fifth level</a:t>
            </a:r>
          </a:p>
        </p:txBody>
      </p:sp>
      <p:sp>
        <p:nvSpPr>
          <p:cNvPr id="5" name="Текст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xwAABUHAABwNQAACQoAABAAAAAmAAAACAAAAIGAAAAAAAAA"/>
              </a:ext>
            </a:extLst>
          </p:cNvSpPr>
          <p:nvPr>
            <p:ph idx="3"/>
          </p:nvPr>
        </p:nvSpPr>
        <p:spPr>
          <a:xfrm>
            <a:off x="4645025" y="1151255"/>
            <a:ext cx="4041775" cy="480060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marL="0" indent="0">
              <a:buNone/>
              <a:defRPr lang="ru-ru" sz="2400" b="1" cap="none"/>
            </a:lvl1pPr>
            <a:lvl2pPr marL="457200" indent="0">
              <a:buNone/>
              <a:defRPr lang="ru-ru" sz="2000" b="1" cap="none"/>
            </a:lvl2pPr>
            <a:lvl3pPr marL="914400" indent="0">
              <a:buNone/>
              <a:defRPr lang="ru-ru" sz="1800" b="1" cap="none"/>
            </a:lvl3pPr>
            <a:lvl4pPr marL="1371600" indent="0">
              <a:buNone/>
              <a:defRPr lang="ru-ru" sz="1600" b="1" cap="none"/>
            </a:lvl4pPr>
            <a:lvl5pPr marL="1828800" indent="0">
              <a:buNone/>
              <a:defRPr lang="ru-ru" sz="1600" b="1" cap="none"/>
            </a:lvl5pPr>
            <a:lvl6pPr marL="2286000" indent="0">
              <a:buNone/>
              <a:defRPr lang="ru-ru" sz="1600" b="1" cap="none"/>
            </a:lvl6pPr>
            <a:lvl7pPr marL="2743200" indent="0">
              <a:buNone/>
              <a:defRPr lang="ru-ru" sz="1600" b="1" cap="none"/>
            </a:lvl7pPr>
            <a:lvl8pPr marL="3200400" indent="0">
              <a:buNone/>
              <a:defRPr lang="ru-ru" sz="1600" b="1" cap="none"/>
            </a:lvl8pPr>
            <a:lvl9pPr marL="3657600" indent="0">
              <a:buNone/>
              <a:defRPr lang="ru-ru" sz="1600" b="1" cap="none"/>
            </a:lvl9pPr>
          </a:lstStyle>
          <a:p>
            <a:pPr>
              <a:defRPr lang="ru-ru"/>
            </a:pPr>
            <a:r>
              <a:t>Образец текста</a:t>
            </a:r>
          </a:p>
        </p:txBody>
      </p:sp>
      <p:sp>
        <p:nvSpPr>
          <p:cNvPr id="6" name="Содержимое 5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xwAAAkKAABwNQAARBwAABAAAAAmAAAACAAAAAGAAAAAAAAA"/>
              </a:ext>
            </a:extLst>
          </p:cNvSpPr>
          <p:nvPr>
            <p:ph idx="4"/>
          </p:nvPr>
        </p:nvSpPr>
        <p:spPr>
          <a:xfrm>
            <a:off x="4645025" y="1631315"/>
            <a:ext cx="4041775" cy="2963545"/>
          </a:xfrm>
        </p:spPr>
        <p:txBody>
          <a:bodyPr/>
          <a:lstStyle>
            <a:lvl1pPr>
              <a:defRPr lang="ru-ru" sz="2400" cap="none"/>
            </a:lvl1pPr>
            <a:lvl2pPr>
              <a:defRPr lang="ru-ru" sz="2000" cap="none"/>
            </a:lvl2pPr>
            <a:lvl3pPr>
              <a:defRPr lang="ru-ru" sz="1800" cap="none"/>
            </a:lvl3pPr>
            <a:lvl4pPr>
              <a:defRPr lang="ru-ru" sz="1600" cap="none"/>
            </a:lvl4pPr>
            <a:lvl5pPr>
              <a:defRPr lang="ru-ru" sz="1600" cap="none"/>
            </a:lvl5pPr>
            <a:lvl6pPr>
              <a:defRPr lang="ru-ru" sz="1600" cap="none"/>
            </a:lvl6pPr>
            <a:lvl7pPr>
              <a:defRPr lang="ru-ru" sz="1600" cap="none"/>
            </a:lvl7pPr>
            <a:lvl8pPr>
              <a:defRPr lang="ru-ru" sz="1600" cap="none"/>
            </a:lvl8pPr>
            <a:lvl9pPr>
              <a:defRPr lang="ru-ru" sz="1600" cap="none"/>
            </a:lvl9pPr>
          </a:lstStyle>
          <a:p>
            <a:pPr>
              <a:defRPr lang="ru-ru"/>
            </a:pPr>
            <a:r>
              <a:t>Образец текста</a:t>
            </a:r>
          </a:p>
          <a:p>
            <a:pPr lvl="1">
              <a:defRPr lang="ru-ru"/>
            </a:pPr>
            <a:r>
              <a:t>Second level</a:t>
            </a:r>
          </a:p>
          <a:p>
            <a:pPr lvl="2">
              <a:defRPr lang="ru-ru"/>
            </a:pPr>
            <a:r>
              <a:t>Third level</a:t>
            </a:r>
          </a:p>
          <a:p>
            <a:pPr lvl="3">
              <a:defRPr lang="ru-ru"/>
            </a:pPr>
            <a:r>
              <a:t>Fourth level</a:t>
            </a:r>
          </a:p>
          <a:p>
            <a:pPr lvl="4">
              <a:defRPr lang="ru-ru"/>
            </a:pPr>
            <a:r>
              <a:t>Fifth level</a:t>
            </a:r>
          </a:p>
        </p:txBody>
      </p:sp>
      <p:sp>
        <p:nvSpPr>
          <p:cNvPr id="7" name="Дата 6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LhjOnc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FQdAADwDwAAAx8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ru-ru"/>
            </a:pPr>
            <a:fld id="{3FFF0DF3-BDD2-AAFB-9C47-4BAE43096A1E}" type="datetime1">
              <a:t>29.04.2025</a:t>
            </a:fld>
            <a:endParaRPr/>
          </a:p>
        </p:txBody>
      </p:sp>
      <p:sp>
        <p:nvSpPr>
          <p:cNvPr id="8" name="Нижний колонтитул 7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GV0AAY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BMAAFQdAAAIJQAAAx8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ru-ru"/>
            </a:pPr>
            <a:endParaRPr/>
          </a:p>
        </p:txBody>
      </p:sp>
      <p:sp>
        <p:nvSpPr>
          <p:cNvPr id="9" name="Номер слайда 8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CgAAFQdAABwNQAAAx8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ru-ru"/>
            </a:pPr>
            <a:fld id="{3FFF415F-11D2-AAB7-9C47-E7E20F096AB2}" type="slidenum">
              <a:t>‹#›</a:t>
            </a:fld>
            <a:endParaRPr/>
          </a:p>
        </p:txBody>
      </p:sp>
    </p:spTree>
  </p:cSld>
  <p:clrMapOvr>
    <a:masterClrMapping/>
  </p:clrMapOvr>
  <p:hf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EwEI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EQBAABwNQAAigY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ru-ru"/>
            </a:pPr>
            <a:r>
              <a:t>Образец заголовка</a:t>
            </a:r>
          </a:p>
        </p:txBody>
      </p:sp>
      <p:sp>
        <p:nvSpPr>
          <p:cNvPr id="3" name="Дата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Ezn0g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FQdAADwDwAAAx8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ru-ru"/>
            </a:pPr>
            <a:fld id="{3FFF2E43-0DD2-AAD8-9C47-FB8D60096AAE}" type="datetime1">
              <a:t>29.04.2025</a:t>
            </a:fld>
            <a:endParaRPr/>
          </a:p>
        </p:txBody>
      </p:sp>
      <p:sp>
        <p:nvSpPr>
          <p:cNvPr id="4" name="Нижний колонтитул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Jyk0w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BMAAFQdAAAIJQAAAx8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ru-ru"/>
            </a:pPr>
            <a:endParaRPr/>
          </a:p>
        </p:txBody>
      </p:sp>
      <p:sp>
        <p:nvSpPr>
          <p:cNvPr id="5" name="Номер слайда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NVtm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CgAAFQdAABwNQAAAx8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ru-ru"/>
            </a:pPr>
            <a:fld id="{3FFF69ED-A3D2-AA9F-9C47-55CA27096A00}" type="slidenum">
              <a:t>‹#›</a:t>
            </a:fld>
            <a:endParaRPr/>
          </a:p>
        </p:txBody>
      </p:sp>
    </p:spTree>
  </p:cSld>
  <p:clrMapOvr>
    <a:masterClrMapping/>
  </p:clrMapOvr>
  <p:hf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F9yZW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FQdAADwDwAAAx8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ru-ru"/>
            </a:pPr>
            <a:fld id="{3FFF12E7-A9D2-AAE4-9C47-5FB15C096A0A}" type="datetime1">
              <a:t>29.04.2025</a:t>
            </a:fld>
            <a:endParaRPr/>
          </a:p>
        </p:txBody>
      </p:sp>
      <p:sp>
        <p:nvSpPr>
          <p:cNvPr id="3" name="Нижний колонтитул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BMAAFQdAAAIJQAAAx8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ru-ru"/>
            </a:pPr>
            <a:endParaRPr/>
          </a:p>
        </p:txBody>
      </p:sp>
      <p:sp>
        <p:nvSpPr>
          <p:cNvPr id="4" name="Номер слайда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KSl0w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CgAAFQdAABwNQAAAx8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ru-ru"/>
            </a:pPr>
            <a:fld id="{3FFF5840-0ED2-AAAE-9C47-F8FB16096AAD}" type="slidenum">
              <a:t>‹#›</a:t>
            </a:fld>
            <a:endParaRPr/>
          </a:p>
        </p:txBody>
      </p:sp>
    </p:spTree>
  </p:cSld>
  <p:clrMapOvr>
    <a:masterClrMapping/>
  </p:clrMapOvr>
  <p:hf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EEEQgQ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EIBAABSFQAAnwYAABAAAAAmAAAACAAAAIGAAAAAAAAA"/>
              </a:ext>
            </a:extLst>
          </p:cNvSpPr>
          <p:nvPr>
            <p:ph type="title"/>
          </p:nvPr>
        </p:nvSpPr>
        <p:spPr>
          <a:xfrm>
            <a:off x="457200" y="204470"/>
            <a:ext cx="3008630" cy="871855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algn="l">
              <a:defRPr lang="ru-ru" sz="2000" b="1" cap="none"/>
            </a:lvl1pPr>
            <a:lvl2pPr>
              <a:defRPr lang="ru-ru" cap="none"/>
            </a:lvl2pPr>
            <a:lvl3pPr>
              <a:defRPr lang="ru-ru" cap="none"/>
            </a:lvl3pPr>
            <a:lvl4pPr>
              <a:defRPr lang="ru-ru" cap="none"/>
            </a:lvl4pPr>
            <a:lvl5pPr>
              <a:defRPr lang="ru-ru" cap="none"/>
            </a:lvl5pPr>
            <a:lvl6pPr>
              <a:defRPr lang="ru-ru" cap="none"/>
            </a:lvl6pPr>
            <a:lvl7pPr>
              <a:defRPr lang="ru-ru" cap="none"/>
            </a:lvl7pPr>
            <a:lvl8pPr>
              <a:defRPr lang="ru-ru" cap="none"/>
            </a:lvl8pPr>
            <a:lvl9pPr>
              <a:defRPr lang="ru-ru" cap="none"/>
            </a:lvl9pPr>
          </a:lstStyle>
          <a:p>
            <a:pPr>
              <a:defRPr lang="ru-ru"/>
            </a:pPr>
            <a:r>
              <a:t>Образец заголовка</a:t>
            </a:r>
          </a:p>
        </p:txBody>
      </p:sp>
      <p:sp>
        <p:nvSpPr>
          <p:cNvPr id="3" name="Содержимое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Oyk0w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/hUAAEMBAABwNQAARBwAABAAAAAmAAAACAAAAAGAAAAAAAAA"/>
              </a:ext>
            </a:extLst>
          </p:cNvSpPr>
          <p:nvPr>
            <p:ph idx="1"/>
          </p:nvPr>
        </p:nvSpPr>
        <p:spPr>
          <a:xfrm>
            <a:off x="3575050" y="205105"/>
            <a:ext cx="5111750" cy="4389755"/>
          </a:xfrm>
        </p:spPr>
        <p:txBody>
          <a:bodyPr/>
          <a:lstStyle>
            <a:lvl1pPr>
              <a:defRPr lang="ru-ru" sz="3200" cap="none"/>
            </a:lvl1pPr>
            <a:lvl2pPr>
              <a:defRPr lang="ru-ru" sz="2800" cap="none"/>
            </a:lvl2pPr>
            <a:lvl3pPr>
              <a:defRPr lang="ru-ru" sz="2400" cap="none"/>
            </a:lvl3pPr>
            <a:lvl4pPr>
              <a:defRPr lang="ru-ru" sz="2000" cap="none"/>
            </a:lvl4pPr>
            <a:lvl5pPr>
              <a:defRPr lang="ru-ru" sz="2000" cap="none"/>
            </a:lvl5pPr>
            <a:lvl6pPr>
              <a:defRPr lang="ru-ru" sz="2000" cap="none"/>
            </a:lvl6pPr>
            <a:lvl7pPr>
              <a:defRPr lang="ru-ru" sz="2000" cap="none"/>
            </a:lvl7pPr>
            <a:lvl8pPr>
              <a:defRPr lang="ru-ru" sz="2000" cap="none"/>
            </a:lvl8pPr>
            <a:lvl9pPr>
              <a:defRPr lang="ru-ru" sz="2000" cap="none"/>
            </a:lvl9pPr>
          </a:lstStyle>
          <a:p>
            <a:pPr>
              <a:defRPr lang="ru-ru"/>
            </a:pPr>
            <a:r>
              <a:t>Образец текста</a:t>
            </a:r>
          </a:p>
          <a:p>
            <a:pPr lvl="1">
              <a:defRPr lang="ru-ru"/>
            </a:pPr>
            <a:r>
              <a:t>Second level</a:t>
            </a:r>
          </a:p>
          <a:p>
            <a:pPr lvl="2">
              <a:defRPr lang="ru-ru"/>
            </a:pPr>
            <a:r>
              <a:t>Third level</a:t>
            </a:r>
          </a:p>
          <a:p>
            <a:pPr lvl="3">
              <a:defRPr lang="ru-ru"/>
            </a:pPr>
            <a:r>
              <a:t>Fourth level</a:t>
            </a:r>
          </a:p>
          <a:p>
            <a:pPr lvl="4">
              <a:defRPr lang="ru-ru"/>
            </a:pPr>
            <a:r>
              <a:t>Fifth level</a:t>
            </a:r>
          </a:p>
        </p:txBody>
      </p:sp>
      <p:sp>
        <p:nvSpPr>
          <p:cNvPr id="4" name="Текст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J8GAABSFQAARBwAABAAAAAmAAAACAAAAAGAAAAAAAAA"/>
              </a:ext>
            </a:extLst>
          </p:cNvSpPr>
          <p:nvPr>
            <p:ph idx="2"/>
          </p:nvPr>
        </p:nvSpPr>
        <p:spPr>
          <a:xfrm>
            <a:off x="457200" y="1076325"/>
            <a:ext cx="3008630" cy="3518535"/>
          </a:xfrm>
        </p:spPr>
        <p:txBody>
          <a:bodyPr/>
          <a:lstStyle>
            <a:lvl1pPr marL="0" indent="0">
              <a:buNone/>
              <a:defRPr lang="ru-ru" sz="1400" cap="none"/>
            </a:lvl1pPr>
            <a:lvl2pPr marL="457200" indent="0">
              <a:buNone/>
              <a:defRPr lang="ru-ru" sz="1200" cap="none"/>
            </a:lvl2pPr>
            <a:lvl3pPr marL="914400" indent="0">
              <a:buNone/>
              <a:defRPr lang="ru-ru" sz="1000" cap="none"/>
            </a:lvl3pPr>
            <a:lvl4pPr marL="1371600" indent="0">
              <a:buNone/>
              <a:defRPr lang="ru-ru" sz="900" cap="none"/>
            </a:lvl4pPr>
            <a:lvl5pPr marL="1828800" indent="0">
              <a:buNone/>
              <a:defRPr lang="ru-ru" sz="900" cap="none"/>
            </a:lvl5pPr>
            <a:lvl6pPr marL="2286000" indent="0">
              <a:buNone/>
              <a:defRPr lang="ru-ru" sz="900" cap="none"/>
            </a:lvl6pPr>
            <a:lvl7pPr marL="2743200" indent="0">
              <a:buNone/>
              <a:defRPr lang="ru-ru" sz="900" cap="none"/>
            </a:lvl7pPr>
            <a:lvl8pPr marL="3200400" indent="0">
              <a:buNone/>
              <a:defRPr lang="ru-ru" sz="900" cap="none"/>
            </a:lvl8pPr>
            <a:lvl9pPr marL="3657600" indent="0">
              <a:buNone/>
              <a:defRPr lang="ru-ru" sz="900" cap="none"/>
            </a:lvl9pPr>
          </a:lstStyle>
          <a:p>
            <a:pPr>
              <a:defRPr lang="ru-ru"/>
            </a:pPr>
            <a:r>
              <a:t>Образец текста</a:t>
            </a:r>
          </a:p>
        </p:txBody>
      </p:sp>
      <p:sp>
        <p:nvSpPr>
          <p:cNvPr id="5" name="Дата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N72vQ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FQdAADwDwAAAx8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ru-ru"/>
            </a:pPr>
            <a:fld id="{3FFF2A24-6AD2-AADC-9C47-9C8964096AC9}" type="datetime1">
              <a:t>29.04.2025</a:t>
            </a:fld>
            <a:endParaRPr/>
          </a:p>
        </p:txBody>
      </p:sp>
      <p:sp>
        <p:nvSpPr>
          <p:cNvPr id="6" name="Нижний колонтитул 5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Cb8kw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BMAAFQdAAAIJQAAAx8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ru-ru"/>
            </a:pPr>
            <a:endParaRPr/>
          </a:p>
        </p:txBody>
      </p:sp>
      <p:sp>
        <p:nvSpPr>
          <p:cNvPr id="7" name="Номер слайда 6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CgAAFQdAABwNQAAAx8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ru-ru"/>
            </a:pPr>
            <a:fld id="{3FFF6A00-4ED2-AA9C-9C47-B8C924096AED}" type="slidenum">
              <a:t>‹#›</a:t>
            </a:fld>
            <a:endParaRPr/>
          </a:p>
        </p:txBody>
      </p:sp>
    </p:spTree>
  </p:cSld>
  <p:clrMapOvr>
    <a:masterClrMapping/>
  </p:clrMapOvr>
  <p:hf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D990v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wsAACYWAADHLAAAwxgAABAAAAAmAAAACAAAAIGAAAAAAAAA"/>
              </a:ext>
            </a:extLst>
          </p:cNvSpPr>
          <p:nvPr>
            <p:ph type="title"/>
          </p:nvPr>
        </p:nvSpPr>
        <p:spPr>
          <a:xfrm>
            <a:off x="1792605" y="3600450"/>
            <a:ext cx="5486400" cy="424815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algn="l">
              <a:defRPr lang="ru-ru" sz="2000" b="1" cap="none"/>
            </a:lvl1pPr>
            <a:lvl2pPr>
              <a:defRPr lang="ru-ru" cap="none"/>
            </a:lvl2pPr>
            <a:lvl3pPr>
              <a:defRPr lang="ru-ru" cap="none"/>
            </a:lvl3pPr>
            <a:lvl4pPr>
              <a:defRPr lang="ru-ru" cap="none"/>
            </a:lvl4pPr>
            <a:lvl5pPr>
              <a:defRPr lang="ru-ru" cap="none"/>
            </a:lvl5pPr>
            <a:lvl6pPr>
              <a:defRPr lang="ru-ru" cap="none"/>
            </a:lvl6pPr>
            <a:lvl7pPr>
              <a:defRPr lang="ru-ru" cap="none"/>
            </a:lvl7pPr>
            <a:lvl8pPr>
              <a:defRPr lang="ru-ru" cap="none"/>
            </a:lvl8pPr>
            <a:lvl9pPr>
              <a:defRPr lang="ru-ru" cap="none"/>
            </a:lvl9pPr>
          </a:lstStyle>
          <a:p>
            <a:pPr>
              <a:defRPr lang="ru-ru"/>
            </a:pPr>
            <a:r>
              <a:t>Образец заголовка</a:t>
            </a:r>
          </a:p>
        </p:txBody>
      </p:sp>
      <p:sp>
        <p:nvSpPr>
          <p:cNvPr id="3" name="Рисунок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FhZQR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wsAANQCAADHLAAA0BUAABAAAAAmAAAACAAAAAGAAAAAAAAA"/>
              </a:ext>
            </a:extLst>
          </p:cNvSpPr>
          <p:nvPr>
            <p:ph type="pic" idx="1"/>
          </p:nvPr>
        </p:nvSpPr>
        <p:spPr>
          <a:xfrm>
            <a:off x="1792605" y="459740"/>
            <a:ext cx="5486400" cy="3086100"/>
          </a:xfrm>
        </p:spPr>
        <p:txBody>
          <a:bodyPr/>
          <a:lstStyle>
            <a:lvl1pPr marL="0" indent="0">
              <a:buNone/>
              <a:defRPr lang="ru-ru" sz="3200" cap="none"/>
            </a:lvl1pPr>
            <a:lvl2pPr marL="457200" indent="0">
              <a:buNone/>
              <a:defRPr lang="ru-ru" sz="2800" cap="none"/>
            </a:lvl2pPr>
            <a:lvl3pPr marL="914400" indent="0">
              <a:buNone/>
              <a:defRPr lang="ru-ru" sz="2400" cap="none"/>
            </a:lvl3pPr>
            <a:lvl4pPr marL="1371600" indent="0">
              <a:buNone/>
              <a:defRPr lang="ru-ru" sz="2000" cap="none"/>
            </a:lvl4pPr>
            <a:lvl5pPr marL="1828800" indent="0">
              <a:buNone/>
              <a:defRPr lang="ru-ru" sz="2000" cap="none"/>
            </a:lvl5pPr>
            <a:lvl6pPr marL="2286000" indent="0">
              <a:buNone/>
              <a:defRPr lang="ru-ru" sz="2000" cap="none"/>
            </a:lvl6pPr>
            <a:lvl7pPr marL="2743200" indent="0">
              <a:buNone/>
              <a:defRPr lang="ru-ru" sz="2000" cap="none"/>
            </a:lvl7pPr>
            <a:lvl8pPr marL="3200400" indent="0">
              <a:buNone/>
              <a:defRPr lang="ru-ru" sz="2000" cap="none"/>
            </a:lvl8pPr>
            <a:lvl9pPr marL="3657600" indent="0">
              <a:buNone/>
              <a:defRPr lang="ru-ru" sz="2000" cap="none"/>
            </a:lvl9pPr>
          </a:lstStyle>
          <a:p>
            <a:pPr>
              <a:defRPr lang="ru-ru"/>
            </a:pPr>
            <a:endParaRPr/>
          </a:p>
        </p:txBody>
      </p:sp>
      <p:sp>
        <p:nvSpPr>
          <p:cNvPr id="4" name="Текст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wsAAMMYAADHLAAAehwAABAAAAAmAAAACAAAAAGAAAAAAAAA"/>
              </a:ext>
            </a:extLst>
          </p:cNvSpPr>
          <p:nvPr>
            <p:ph idx="2"/>
          </p:nvPr>
        </p:nvSpPr>
        <p:spPr>
          <a:xfrm>
            <a:off x="1792605" y="4025265"/>
            <a:ext cx="5486400" cy="603885"/>
          </a:xfrm>
        </p:spPr>
        <p:txBody>
          <a:bodyPr/>
          <a:lstStyle>
            <a:lvl1pPr marL="0" indent="0">
              <a:buNone/>
              <a:defRPr lang="ru-ru" sz="1400" cap="none"/>
            </a:lvl1pPr>
            <a:lvl2pPr marL="457200" indent="0">
              <a:buNone/>
              <a:defRPr lang="ru-ru" sz="1200" cap="none"/>
            </a:lvl2pPr>
            <a:lvl3pPr marL="914400" indent="0">
              <a:buNone/>
              <a:defRPr lang="ru-ru" sz="1000" cap="none"/>
            </a:lvl3pPr>
            <a:lvl4pPr marL="1371600" indent="0">
              <a:buNone/>
              <a:defRPr lang="ru-ru" sz="900" cap="none"/>
            </a:lvl4pPr>
            <a:lvl5pPr marL="1828800" indent="0">
              <a:buNone/>
              <a:defRPr lang="ru-ru" sz="900" cap="none"/>
            </a:lvl5pPr>
            <a:lvl6pPr marL="2286000" indent="0">
              <a:buNone/>
              <a:defRPr lang="ru-ru" sz="900" cap="none"/>
            </a:lvl6pPr>
            <a:lvl7pPr marL="2743200" indent="0">
              <a:buNone/>
              <a:defRPr lang="ru-ru" sz="900" cap="none"/>
            </a:lvl7pPr>
            <a:lvl8pPr marL="3200400" indent="0">
              <a:buNone/>
              <a:defRPr lang="ru-ru" sz="900" cap="none"/>
            </a:lvl8pPr>
            <a:lvl9pPr marL="3657600" indent="0">
              <a:buNone/>
              <a:defRPr lang="ru-ru" sz="900" cap="none"/>
            </a:lvl9pPr>
          </a:lstStyle>
          <a:p>
            <a:pPr>
              <a:defRPr lang="ru-ru"/>
            </a:pPr>
            <a:r>
              <a:t>Образец текста</a:t>
            </a:r>
          </a:p>
        </p:txBody>
      </p:sp>
      <p:sp>
        <p:nvSpPr>
          <p:cNvPr id="5" name="Дата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FQdAADwDwAAAx8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ru-ru"/>
            </a:pPr>
            <a:fld id="{3FFF5BA6-E8D2-AAAD-9C47-1EF815096A4B}" type="datetime1">
              <a:t>29.04.2025</a:t>
            </a:fld>
            <a:endParaRPr/>
          </a:p>
        </p:txBody>
      </p:sp>
      <p:sp>
        <p:nvSpPr>
          <p:cNvPr id="6" name="Нижний колонтитул 5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BMAAFQdAAAIJQAAAx8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ru-ru"/>
            </a:pPr>
            <a:endParaRPr/>
          </a:p>
        </p:txBody>
      </p:sp>
      <p:sp>
        <p:nvSpPr>
          <p:cNvPr id="7" name="Номер слайда 6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CgAAFQdAABwNQAAAx8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ru-ru"/>
            </a:pPr>
            <a:fld id="{3FFF303E-70D2-AAC6-9C47-86937E096AD3}" type="slidenum">
              <a:t>‹#›</a:t>
            </a:fld>
            <a:endParaRPr/>
          </a:p>
        </p:txBody>
      </p:sp>
    </p:spTree>
  </p:cSld>
  <p:clrMapOvr>
    <a:masterClrMapping/>
  </p:clrMapOvr>
  <p:hf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JgG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EQBAABwNQAAigY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ru-ru"/>
            </a:pPr>
            <a:r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AAAAAAQ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N72vQ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GIHAABwNQAARBwAABAAAAAmAAAACAAAAAIAAAAAAAAA"/>
              </a:ext>
            </a:extLst>
          </p:cNvSpPr>
          <p:nvPr>
            <p:ph idx="1"/>
          </p:nvPr>
        </p:nvSpPr>
        <p:spPr/>
        <p:txBody>
          <a:bodyPr vert="vert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lang="ru-ru"/>
            </a:pPr>
            <a:r>
              <a:t>Образец текста</a:t>
            </a:r>
          </a:p>
          <a:p>
            <a:pPr lvl="1">
              <a:defRPr lang="ru-ru"/>
            </a:pPr>
            <a:r>
              <a:t>Second level</a:t>
            </a:r>
          </a:p>
          <a:p>
            <a:pPr lvl="2">
              <a:defRPr lang="ru-ru"/>
            </a:pPr>
            <a:r>
              <a:t>Third level</a:t>
            </a:r>
          </a:p>
          <a:p>
            <a:pPr lvl="3">
              <a:defRPr lang="ru-ru"/>
            </a:pPr>
            <a:r>
              <a:t>Fourth level</a:t>
            </a:r>
          </a:p>
          <a:p>
            <a:pPr lvl="4">
              <a:defRPr lang="ru-ru"/>
            </a:pPr>
            <a:r>
              <a:t>Fifth level</a:t>
            </a:r>
          </a:p>
        </p:txBody>
      </p:sp>
      <p:sp>
        <p:nvSpPr>
          <p:cNvPr id="4" name="Дата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FQdAADwDwAAAx8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ru-ru"/>
            </a:pPr>
            <a:fld id="{3FFF352B-65D2-AAC3-9C47-93967B096AC6}" type="datetime1">
              <a:t>29.04.2025</a:t>
            </a:fld>
            <a:endParaRPr/>
          </a:p>
        </p:txBody>
      </p:sp>
      <p:sp>
        <p:nvSpPr>
          <p:cNvPr id="5" name="Нижний колонтитул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FBgQx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BMAAFQdAAAIJQAAAx8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ru-ru"/>
            </a:pPr>
            <a:endParaRPr/>
          </a:p>
        </p:txBody>
      </p:sp>
      <p:sp>
        <p:nvSpPr>
          <p:cNvPr id="6" name="Номер слайда 5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CgAAFQdAABwNQAAAx8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ru-ru"/>
            </a:pPr>
            <a:fld id="{3FFF42E7-A9D2-AAB4-9C47-5FE10C096A0A}" type="slidenum">
              <a:t>‹#›</a:t>
            </a:fld>
            <a:endParaRPr/>
          </a:p>
        </p:txBody>
      </p:sp>
    </p:spTree>
  </p:cSld>
  <p:clrMapOvr>
    <a:masterClrMapping/>
  </p:clrMapOvr>
  <p:hf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BAAAAAQ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EhFvg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yCgAAEQBAABwNQAARBwAABAAAAAmAAAACAAAAAMAAAAAAAAA"/>
              </a:ext>
            </a:extLst>
          </p:cNvSpPr>
          <p:nvPr>
            <p:ph type="title"/>
          </p:nvPr>
        </p:nvSpPr>
        <p:spPr>
          <a:xfrm>
            <a:off x="6629400" y="205740"/>
            <a:ext cx="2057400" cy="4389120"/>
          </a:xfrm>
        </p:spPr>
        <p:txBody>
          <a:bodyPr vert="vert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>
              <a:defRPr lang="ru-ru"/>
            </a:pPr>
            <a:r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AAAAAAQ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EQBAADYJwAARBwAABAAAAAmAAAACAAAAAMAAAAAAAAA"/>
              </a:ext>
            </a:extLst>
          </p:cNvSpPr>
          <p:nvPr>
            <p:ph idx="1"/>
          </p:nvPr>
        </p:nvSpPr>
        <p:spPr>
          <a:xfrm>
            <a:off x="457200" y="205740"/>
            <a:ext cx="6019800" cy="4389120"/>
          </a:xfrm>
        </p:spPr>
        <p:txBody>
          <a:bodyPr vert="vert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lang="ru-ru"/>
            </a:pPr>
            <a:r>
              <a:t>Образец текста</a:t>
            </a:r>
          </a:p>
          <a:p>
            <a:pPr lvl="1">
              <a:defRPr lang="ru-ru"/>
            </a:pPr>
            <a:r>
              <a:t>Second level</a:t>
            </a:r>
          </a:p>
          <a:p>
            <a:pPr lvl="2">
              <a:defRPr lang="ru-ru"/>
            </a:pPr>
            <a:r>
              <a:t>Third level</a:t>
            </a:r>
          </a:p>
          <a:p>
            <a:pPr lvl="3">
              <a:defRPr lang="ru-ru"/>
            </a:pPr>
            <a:r>
              <a:t>Fourth level</a:t>
            </a:r>
          </a:p>
          <a:p>
            <a:pPr lvl="4">
              <a:defRPr lang="ru-ru"/>
            </a:pPr>
            <a:r>
              <a:t>Fifth level</a:t>
            </a:r>
          </a:p>
        </p:txBody>
      </p:sp>
      <p:sp>
        <p:nvSpPr>
          <p:cNvPr id="4" name="Дата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FQdAADwDwAAAx8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ru-ru"/>
            </a:pPr>
            <a:fld id="{3FFF4BBD-F3D2-AABD-9C47-05E805096A50}" type="datetime1">
              <a:t>29.04.2025</a:t>
            </a:fld>
            <a:endParaRPr/>
          </a:p>
        </p:txBody>
      </p:sp>
      <p:sp>
        <p:nvSpPr>
          <p:cNvPr id="5" name="Нижний колонтитул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BMAAFQdAAAIJQAAAx8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ru-ru"/>
            </a:pPr>
            <a:endParaRPr/>
          </a:p>
        </p:txBody>
      </p:sp>
      <p:sp>
        <p:nvSpPr>
          <p:cNvPr id="6" name="Номер слайда 5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CgAAFQdAABwNQAAAx8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ru-ru"/>
            </a:pPr>
            <a:fld id="{3FFF4CD7-99D2-AABA-9C47-6FEF02096A3A}" type="slidenum">
              <a:t>‹#›</a:t>
            </a:fld>
            <a:endParaRPr/>
          </a:p>
        </p:txBody>
      </p:sp>
    </p:spTree>
  </p:cSld>
  <p:clrMapOvr>
    <a:masterClrMapping/>
  </p:clrMapOvr>
  <p:hf hdr="0" ft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0AIAAEQBAABwNQAAigYAABAAAAAmAAAACAAAAL8vAAAAAAAA"/>
              </a:ext>
            </a:extLst>
          </p:cNvSpPr>
          <p:nvPr>
            <p:ph type="title"/>
          </p:nvPr>
        </p:nvSpPr>
        <p:spPr>
          <a:xfrm>
            <a:off x="457200" y="205740"/>
            <a:ext cx="8229600" cy="857250"/>
          </a:xfrm>
          <a:prstGeom prst="rect">
            <a:avLst/>
          </a:prstGeo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>
              <a:defRPr lang="ru-ru"/>
            </a:pPr>
            <a:r>
              <a:t>Образец заголовка</a:t>
            </a:r>
          </a:p>
        </p:txBody>
      </p:sp>
      <p:sp>
        <p:nvSpPr>
          <p:cNvPr id="3" name="Текст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0AIAAGIHAABwNQAARBwAABAAAAAmAAAACAAAAD8vAAAAAAAA"/>
              </a:ext>
            </a:extLst>
          </p:cNvSpPr>
          <p:nvPr>
            <p:ph type="body" idx="1"/>
          </p:nvPr>
        </p:nvSpPr>
        <p:spPr>
          <a:xfrm>
            <a:off x="457200" y="1200150"/>
            <a:ext cx="8229600" cy="3394710"/>
          </a:xfrm>
          <a:prstGeom prst="rect">
            <a:avLst/>
          </a:prstGeo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lang="ru-ru"/>
            </a:pPr>
            <a:r>
              <a:t>Образец текста</a:t>
            </a:r>
          </a:p>
          <a:p>
            <a:pPr lvl="1">
              <a:defRPr lang="ru-ru"/>
            </a:pPr>
            <a:r>
              <a:t>Second level</a:t>
            </a:r>
          </a:p>
          <a:p>
            <a:pPr lvl="2">
              <a:defRPr lang="ru-ru"/>
            </a:pPr>
            <a:r>
              <a:t>Third level</a:t>
            </a:r>
          </a:p>
          <a:p>
            <a:pPr lvl="3">
              <a:defRPr lang="ru-ru"/>
            </a:pPr>
            <a:r>
              <a:t>Fourth level</a:t>
            </a:r>
          </a:p>
          <a:p>
            <a:pPr lvl="4">
              <a:defRPr lang="ru-ru"/>
            </a:pPr>
            <a:r>
              <a:t>Fifth level</a:t>
            </a:r>
          </a:p>
        </p:txBody>
      </p:sp>
      <p:sp>
        <p:nvSpPr>
          <p:cNvPr id="4" name="Дата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0AIAAFQdAADwDwAAAx8AABAAAAAmAAAACAAAAL+PAAAAAAAA"/>
              </a:ext>
            </a:extLst>
          </p:cNvSpPr>
          <p:nvPr>
            <p:ph type="dt" sz="half" idx="2"/>
          </p:nvPr>
        </p:nvSpPr>
        <p:spPr>
          <a:xfrm>
            <a:off x="457200" y="4767580"/>
            <a:ext cx="2133600" cy="273685"/>
          </a:xfrm>
          <a:prstGeom prst="rect">
            <a:avLst/>
          </a:prstGeo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>
            <a:lvl1pPr algn="l">
              <a:defRPr lang="ru-ru" sz="1200" cap="none">
                <a:solidFill>
                  <a:srgbClr val="8C8C8C"/>
                </a:solidFill>
              </a:defRPr>
            </a:lvl1pPr>
            <a:lvl2pPr>
              <a:defRPr lang="ru-ru" cap="none"/>
            </a:lvl2pPr>
            <a:lvl3pPr>
              <a:defRPr lang="ru-ru" cap="none"/>
            </a:lvl3pPr>
            <a:lvl4pPr>
              <a:defRPr lang="ru-ru" cap="none"/>
            </a:lvl4pPr>
            <a:lvl5pPr>
              <a:defRPr lang="ru-ru" cap="none"/>
            </a:lvl5pPr>
            <a:lvl6pPr>
              <a:defRPr lang="ru-ru" cap="none"/>
            </a:lvl6pPr>
            <a:lvl7pPr>
              <a:defRPr lang="ru-ru" cap="none"/>
            </a:lvl7pPr>
            <a:lvl8pPr>
              <a:defRPr lang="ru-ru" cap="none"/>
            </a:lvl8pPr>
            <a:lvl9pPr>
              <a:defRPr lang="ru-ru" cap="none"/>
            </a:lvl9pPr>
          </a:lstStyle>
          <a:p>
            <a:pPr>
              <a:defRPr lang="ru-ru"/>
            </a:pPr>
            <a:fld id="{3FFF37FB-B5D2-AAC1-9C47-439479096A16}" type="datetime1">
              <a:t>29.04.2025</a:t>
            </a:fld>
            <a:endParaRPr/>
          </a:p>
        </p:txBody>
      </p:sp>
      <p:sp>
        <p:nvSpPr>
          <p:cNvPr id="5" name="Нижний колонтитул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OBMAAFQdAAAIJQAAAx8AABAAAAAmAAAACAAAAL+PAAAAAAAA"/>
              </a:ext>
            </a:extLst>
          </p:cNvSpPr>
          <p:nvPr>
            <p:ph type="ftr" sz="quarter" idx="3"/>
          </p:nvPr>
        </p:nvSpPr>
        <p:spPr>
          <a:xfrm>
            <a:off x="3124200" y="4767580"/>
            <a:ext cx="2895600" cy="273685"/>
          </a:xfrm>
          <a:prstGeom prst="rect">
            <a:avLst/>
          </a:prstGeo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>
            <a:lvl1pPr algn="ctr">
              <a:defRPr lang="ru-ru" sz="1200" cap="none">
                <a:solidFill>
                  <a:srgbClr val="8C8C8C"/>
                </a:solidFill>
              </a:defRPr>
            </a:lvl1pPr>
            <a:lvl2pPr>
              <a:defRPr lang="ru-ru" cap="none"/>
            </a:lvl2pPr>
            <a:lvl3pPr>
              <a:defRPr lang="ru-ru" cap="none"/>
            </a:lvl3pPr>
            <a:lvl4pPr>
              <a:defRPr lang="ru-ru" cap="none"/>
            </a:lvl4pPr>
            <a:lvl5pPr>
              <a:defRPr lang="ru-ru" cap="none"/>
            </a:lvl5pPr>
            <a:lvl6pPr>
              <a:defRPr lang="ru-ru" cap="none"/>
            </a:lvl6pPr>
            <a:lvl7pPr>
              <a:defRPr lang="ru-ru" cap="none"/>
            </a:lvl7pPr>
            <a:lvl8pPr>
              <a:defRPr lang="ru-ru" cap="none"/>
            </a:lvl8pPr>
            <a:lvl9pPr>
              <a:defRPr lang="ru-ru" cap="none"/>
            </a:lvl9pPr>
          </a:lstStyle>
          <a:p>
            <a:pPr>
              <a:defRPr lang="ru-ru"/>
            </a:pPr>
            <a:endParaRPr/>
          </a:p>
        </p:txBody>
      </p:sp>
      <p:sp>
        <p:nvSpPr>
          <p:cNvPr id="6" name="Номер слайда 5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UCgAAFQdAABwNQAAAx8AABAAAAAmAAAACAAAAL+PAAAAAAAA"/>
              </a:ext>
            </a:extLst>
          </p:cNvSpPr>
          <p:nvPr>
            <p:ph type="sldNum" sz="quarter" idx="4"/>
          </p:nvPr>
        </p:nvSpPr>
        <p:spPr>
          <a:xfrm>
            <a:off x="6553200" y="4767580"/>
            <a:ext cx="2133600" cy="273685"/>
          </a:xfrm>
          <a:prstGeom prst="rect">
            <a:avLst/>
          </a:prstGeo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>
            <a:lvl1pPr algn="r">
              <a:defRPr lang="ru-ru" sz="1200" cap="none">
                <a:solidFill>
                  <a:srgbClr val="8C8C8C"/>
                </a:solidFill>
              </a:defRPr>
            </a:lvl1pPr>
            <a:lvl2pPr>
              <a:defRPr lang="ru-ru" cap="none"/>
            </a:lvl2pPr>
            <a:lvl3pPr>
              <a:defRPr lang="ru-ru" cap="none"/>
            </a:lvl3pPr>
            <a:lvl4pPr>
              <a:defRPr lang="ru-ru" cap="none"/>
            </a:lvl4pPr>
            <a:lvl5pPr>
              <a:defRPr lang="ru-ru" cap="none"/>
            </a:lvl5pPr>
            <a:lvl6pPr>
              <a:defRPr lang="ru-ru" cap="none"/>
            </a:lvl6pPr>
            <a:lvl7pPr>
              <a:defRPr lang="ru-ru" cap="none"/>
            </a:lvl7pPr>
            <a:lvl8pPr>
              <a:defRPr lang="ru-ru" cap="none"/>
            </a:lvl8pPr>
            <a:lvl9pPr>
              <a:defRPr lang="ru-ru" cap="none"/>
            </a:lvl9pPr>
          </a:lstStyle>
          <a:p>
            <a:pPr>
              <a:defRPr lang="ru-ru"/>
            </a:pPr>
            <a:fld id="{3FFF6EAE-E0D2-AA98-9C47-16CD20096A43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ru-ru" sz="44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Calibri" pitchFamily="2" charset="-52"/>
          <a:cs typeface="Calibri" pitchFamily="2" charset="-52"/>
        </a:defRPr>
      </a:lvl1pPr>
      <a:lvl2pPr marL="457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ru-ru" sz="1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Calibri" pitchFamily="2" charset="-52"/>
          <a:cs typeface="Calibri" pitchFamily="2" charset="-52"/>
        </a:defRPr>
      </a:lvl2pPr>
      <a:lvl3pPr marL="914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ru-ru" sz="1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Calibri" pitchFamily="2" charset="-52"/>
          <a:cs typeface="Calibri" pitchFamily="2" charset="-52"/>
        </a:defRPr>
      </a:lvl3pPr>
      <a:lvl4pPr marL="1371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ru-ru" sz="1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Calibri" pitchFamily="2" charset="-52"/>
          <a:cs typeface="Calibri" pitchFamily="2" charset="-52"/>
        </a:defRPr>
      </a:lvl4pPr>
      <a:lvl5pPr marL="18288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ru-ru" sz="1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Calibri" pitchFamily="2" charset="-52"/>
          <a:cs typeface="Calibri" pitchFamily="2" charset="-52"/>
        </a:defRPr>
      </a:lvl5pPr>
      <a:lvl6pPr marL="22860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ru-ru" sz="1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Calibri" pitchFamily="2" charset="-52"/>
          <a:cs typeface="Calibri" pitchFamily="2" charset="-52"/>
        </a:defRPr>
      </a:lvl6pPr>
      <a:lvl7pPr marL="2743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ru-ru" sz="1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Calibri" pitchFamily="2" charset="-52"/>
          <a:cs typeface="Calibri" pitchFamily="2" charset="-52"/>
        </a:defRPr>
      </a:lvl7pPr>
      <a:lvl8pPr marL="3200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ru-ru" sz="1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Calibri" pitchFamily="2" charset="-52"/>
          <a:cs typeface="Calibri" pitchFamily="2" charset="-52"/>
        </a:defRPr>
      </a:lvl8pPr>
      <a:lvl9pPr marL="3657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ru-ru" sz="1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Calibri" pitchFamily="2" charset="-52"/>
          <a:cs typeface="Calibri" pitchFamily="2" charset="-52"/>
        </a:defRPr>
      </a:lvl9pPr>
    </p:titleStyle>
    <p:bodyStyle>
      <a:lvl1pPr marL="342900" marR="0" indent="-3429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-52"/>
        <a:buChar char="•"/>
        <a:tabLst/>
        <a:defRPr lang="ru-ru" sz="32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Calibri" pitchFamily="2" charset="-52"/>
          <a:cs typeface="Calibri" pitchFamily="2" charset="-52"/>
        </a:defRPr>
      </a:lvl1pPr>
      <a:lvl2pPr marL="742950" marR="0" indent="-28575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-52"/>
        <a:buChar char="–"/>
        <a:tabLst/>
        <a:defRPr lang="ru-ru" sz="2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Calibri" pitchFamily="2" charset="-52"/>
          <a:cs typeface="Calibri" pitchFamily="2" charset="-52"/>
        </a:defRPr>
      </a:lvl2pPr>
      <a:lvl3pPr marL="1143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-52"/>
        <a:buChar char="•"/>
        <a:tabLst/>
        <a:defRPr lang="ru-ru" sz="24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Calibri" pitchFamily="2" charset="-52"/>
          <a:cs typeface="Calibri" pitchFamily="2" charset="-52"/>
        </a:defRPr>
      </a:lvl3pPr>
      <a:lvl4pPr marL="1600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-52"/>
        <a:buChar char="–"/>
        <a:tabLst/>
        <a:defRPr lang="ru-ru" sz="20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Calibri" pitchFamily="2" charset="-52"/>
          <a:cs typeface="Calibri" pitchFamily="2" charset="-52"/>
        </a:defRPr>
      </a:lvl4pPr>
      <a:lvl5pPr marL="20574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-52"/>
        <a:buChar char="»"/>
        <a:tabLst/>
        <a:defRPr lang="ru-ru" sz="20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Calibri" pitchFamily="2" charset="-52"/>
          <a:cs typeface="Calibri" pitchFamily="2" charset="-52"/>
        </a:defRPr>
      </a:lvl5pPr>
      <a:lvl6pPr marL="25146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-52"/>
        <a:buChar char="•"/>
        <a:tabLst/>
        <a:defRPr lang="ru-ru" sz="20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Calibri" pitchFamily="2" charset="-52"/>
          <a:cs typeface="Calibri" pitchFamily="2" charset="-52"/>
        </a:defRPr>
      </a:lvl6pPr>
      <a:lvl7pPr marL="29718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-52"/>
        <a:buChar char="•"/>
        <a:tabLst/>
        <a:defRPr lang="ru-ru" sz="20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Calibri" pitchFamily="2" charset="-52"/>
          <a:cs typeface="Calibri" pitchFamily="2" charset="-52"/>
        </a:defRPr>
      </a:lvl7pPr>
      <a:lvl8pPr marL="3429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-52"/>
        <a:buChar char="•"/>
        <a:tabLst/>
        <a:defRPr lang="ru-ru" sz="20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Calibri" pitchFamily="2" charset="-52"/>
          <a:cs typeface="Calibri" pitchFamily="2" charset="-52"/>
        </a:defRPr>
      </a:lvl8pPr>
      <a:lvl9pPr marL="3886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-52"/>
        <a:buChar char="•"/>
        <a:tabLst/>
        <a:defRPr lang="ru-ru" sz="20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Calibri" pitchFamily="2" charset="-52"/>
          <a:cs typeface="Calibri" pitchFamily="2" charset="-52"/>
        </a:defRPr>
      </a:lvl9pPr>
    </p:bodyStyle>
    <p:other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ru-ru" sz="1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Calibri" pitchFamily="2" charset="-52"/>
          <a:cs typeface="Calibri" pitchFamily="2" charset="-52"/>
        </a:defRPr>
      </a:lvl1pPr>
      <a:lvl2pPr marL="457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ru-ru" sz="1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Calibri" pitchFamily="2" charset="-52"/>
          <a:cs typeface="Calibri" pitchFamily="2" charset="-52"/>
        </a:defRPr>
      </a:lvl2pPr>
      <a:lvl3pPr marL="914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ru-ru" sz="1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Calibri" pitchFamily="2" charset="-52"/>
          <a:cs typeface="Calibri" pitchFamily="2" charset="-52"/>
        </a:defRPr>
      </a:lvl3pPr>
      <a:lvl4pPr marL="1371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ru-ru" sz="1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Calibri" pitchFamily="2" charset="-52"/>
          <a:cs typeface="Calibri" pitchFamily="2" charset="-52"/>
        </a:defRPr>
      </a:lvl4pPr>
      <a:lvl5pPr marL="18288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ru-ru" sz="1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Calibri" pitchFamily="2" charset="-52"/>
          <a:cs typeface="Calibri" pitchFamily="2" charset="-52"/>
        </a:defRPr>
      </a:lvl5pPr>
      <a:lvl6pPr marL="22860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ru-ru" sz="1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Calibri" pitchFamily="2" charset="-52"/>
          <a:cs typeface="Calibri" pitchFamily="2" charset="-52"/>
        </a:defRPr>
      </a:lvl6pPr>
      <a:lvl7pPr marL="2743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ru-ru" sz="1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Calibri" pitchFamily="2" charset="-52"/>
          <a:cs typeface="Calibri" pitchFamily="2" charset="-52"/>
        </a:defRPr>
      </a:lvl7pPr>
      <a:lvl8pPr marL="3200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ru-ru" sz="1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Calibri" pitchFamily="2" charset="-52"/>
          <a:cs typeface="Calibri" pitchFamily="2" charset="-52"/>
        </a:defRPr>
      </a:lvl8pPr>
      <a:lvl9pPr marL="3657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ru-ru" sz="1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Calibri" pitchFamily="2" charset="-52"/>
          <a:cs typeface="Calibri" pitchFamily="2" charset="-52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4.png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5.pn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6.pn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7.pn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9.png" /><Relationship Id="rId4" Type="http://schemas.openxmlformats.org/officeDocument/2006/relationships/image" Target="../media/image8.pn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11.png" /><Relationship Id="rId4" Type="http://schemas.openxmlformats.org/officeDocument/2006/relationships/image" Target="../media/image10.png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12.png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13.png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 /><Relationship Id="rId1" Type="http://schemas.openxmlformats.org/officeDocument/2006/relationships/slideLayout" Target="../slideLayouts/slideLayout7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 /><Relationship Id="rId1" Type="http://schemas.openxmlformats.org/officeDocument/2006/relationships/slideLayout" Target="../slideLayouts/slideLayout7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 /><Relationship Id="rId1" Type="http://schemas.openxmlformats.org/officeDocument/2006/relationships/slideLayout" Target="../slideLayouts/slideLayout7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 /><Relationship Id="rId1" Type="http://schemas.openxmlformats.org/officeDocument/2006/relationships/slideLayout" Target="../slideLayouts/slideLayout7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 /><Relationship Id="rId1" Type="http://schemas.openxmlformats.org/officeDocument/2006/relationships/slideLayout" Target="../slideLayouts/slideLayout7.xml" 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 /><Relationship Id="rId1" Type="http://schemas.openxmlformats.org/officeDocument/2006/relationships/slideLayout" Target="../slideLayouts/slideLayout7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 /><Relationship Id="rId1" Type="http://schemas.openxmlformats.org/officeDocument/2006/relationships/slideLayout" Target="../slideLayouts/slideLayout7.xml" 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21.png" 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22.png" 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2.xml" 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23.png" 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24.png" 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27.png" /><Relationship Id="rId5" Type="http://schemas.openxmlformats.org/officeDocument/2006/relationships/image" Target="../media/image26.png" /><Relationship Id="rId4" Type="http://schemas.openxmlformats.org/officeDocument/2006/relationships/image" Target="../media/image25.png" 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29.png" /><Relationship Id="rId4" Type="http://schemas.openxmlformats.org/officeDocument/2006/relationships/image" Target="../media/image28.png" 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16.xml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31.png" /><Relationship Id="rId4" Type="http://schemas.openxmlformats.org/officeDocument/2006/relationships/image" Target="../media/image30.png" 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17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32.jpeg" 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18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33.png" 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 /><Relationship Id="rId1" Type="http://schemas.openxmlformats.org/officeDocument/2006/relationships/slideLayout" Target="../slideLayouts/slideLayout7.xml" 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 /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Изображение1" descr="C:\Users\MSShafigullin\Desktop\Проекты\Брендбук\Гайдлайн\Презентация\презентация шаблон КФУ-01.jpg"/>
          <p:cNvPicPr>
            <a:picLocks noChangeAspect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7_fXcNaB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AcAAAA4AAAAAAAAAAAAAAAAAAAA////AAAAAAAAAAAAAAAAAAAAAAAAAAAA/wc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O7s4QPMzMwAwMD/AH9/fwAAAAAAAAAAAAAAAAD///8AAAAAACEAAAAYAAAAFAAAAAAAAAADAAAAQDgAAKQfAAAQAAAAJgAAAAgAAAD//////////w=="/>
              </a:ext>
            </a:extLst>
          </p:cNvPicPr>
          <p:nvPr/>
        </p:nvPicPr>
        <p:blipFill>
          <a:blip r:embed="rId2"/>
          <a:srcRect b="20470"/>
          <a:stretch>
            <a:fillRect/>
          </a:stretch>
        </p:blipFill>
        <p:spPr>
          <a:xfrm>
            <a:off x="0" y="0"/>
            <a:ext cx="9144000" cy="5141595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3" name="Picture 2" descr="C:\Users\MSShafigullin\Desktop\2020\Презентация КФУ\kfu_logo_circle_rus.png"/>
          <p:cNvPicPr>
            <a:picLocks noChangeAspect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7_fXcNaB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O7s4QPMzMwAwMD/AH9/fwAAAAAAAAAAAAAAAAD///8AAAAAACEAAAAYAAAAFAAAAJUYAABrAwAAqx8AAFYK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3996055" y="555625"/>
            <a:ext cx="1151890" cy="112458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4" name="TextBox 5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B/f38A7uzhA8zMzADAwP8Af39/AAAAAAAAAAAAAAAAAAAAAAAAAAAAIQAAABgAAAAUAAAAoggAAJgOAACeLwAA8xIAABAgAAAmAAAACAAAAP//////////"/>
              </a:ext>
            </a:extLst>
          </p:cNvSpPr>
          <p:nvPr/>
        </p:nvSpPr>
        <p:spPr>
          <a:xfrm>
            <a:off x="1403350" y="2372360"/>
            <a:ext cx="6337300" cy="7080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algn="ctr">
              <a:defRPr lang="ru-ru"/>
            </a:pPr>
            <a:r>
              <a:rPr lang="ru-ru" sz="2000" cap="none" dirty="0">
                <a:solidFill>
                  <a:srgbClr val="FFFFFF"/>
                </a:solidFill>
                <a:latin typeface="PT Sans" charset="0"/>
                <a:ea typeface="Calibri" pitchFamily="2" charset="-52"/>
                <a:cs typeface="Calibri" pitchFamily="2" charset="-52"/>
              </a:rPr>
              <a:t>ПРОЕКТНОЕ ЗАДАНИЕ ПО ДИСЦИПЛИНЕ «АНАЛИЗ И МОДЕЛИРОВАНИЕ БИЗНЕС-ПРОЦЕССОВ»</a:t>
            </a:r>
          </a:p>
        </p:txBody>
      </p:sp>
      <p:sp>
        <p:nvSpPr>
          <p:cNvPr id="5" name="Прямая соединительная линия 6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Cg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BAAAAAAAAAP///wg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P///wF/f38A7uzhA8zMzADAwP8Af39/AAAAAAAAAAAAAAAAAAAAAAAAAAAAIQAAABgAAAAUAAAAZQ4AAKkMAADbKQAAqQwAABAAAAAmAAAACAAAAP//////////"/>
              </a:ext>
            </a:extLst>
          </p:cNvSpPr>
          <p:nvPr/>
        </p:nvSpPr>
        <p:spPr>
          <a:xfrm flipH="1">
            <a:off x="2339975" y="2058035"/>
            <a:ext cx="4464050" cy="0"/>
          </a:xfrm>
          <a:prstGeom prst="line">
            <a:avLst/>
          </a:prstGeom>
          <a:noFill/>
          <a:ln w="12700" cap="flat" cmpd="sng" algn="ctr">
            <a:solidFill>
              <a:schemeClr val="bg1"/>
            </a:solidFill>
            <a:prstDash val="solid"/>
            <a:headEnd type="none"/>
            <a:tailEnd type="none"/>
          </a:ln>
          <a:effectLst/>
        </p:spPr>
        <p:txBody>
          <a:bodyPr/>
          <a:lstStyle/>
          <a:p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7C12BD-5B78-9260-CD69-8B0884A404EB}"/>
              </a:ext>
            </a:extLst>
          </p:cNvPr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B/f38A7uzhA8zMzADAwP8Af39/AAAAAAAAAAAAAAAAAAAAAAAAAAAAIQAAABgAAAAUAAAAoggAAJgOAACeLwAA8xIAABAgAAAmAAAACAAAAP//////////"/>
              </a:ext>
            </a:extLst>
          </p:cNvSpPr>
          <p:nvPr/>
        </p:nvSpPr>
        <p:spPr>
          <a:xfrm>
            <a:off x="2562860" y="3145790"/>
            <a:ext cx="6337300" cy="7080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algn="r">
              <a:defRPr lang="ru-ru"/>
            </a:pPr>
            <a:r>
              <a:rPr lang="ru-RU" sz="2000" cap="none" dirty="0">
                <a:solidFill>
                  <a:srgbClr val="FFFFFF"/>
                </a:solidFill>
                <a:latin typeface="PT Sans" charset="0"/>
                <a:ea typeface="Calibri" pitchFamily="2" charset="-52"/>
                <a:cs typeface="Calibri" pitchFamily="2" charset="-52"/>
              </a:rPr>
              <a:t>Выполнили: Гатина Э.Р.</a:t>
            </a:r>
          </a:p>
          <a:p>
            <a:pPr algn="r">
              <a:defRPr lang="ru-ru"/>
            </a:pPr>
            <a:r>
              <a:rPr lang="ru-RU" sz="2000" cap="none" dirty="0">
                <a:solidFill>
                  <a:srgbClr val="FFFFFF"/>
                </a:solidFill>
                <a:latin typeface="PT Sans" charset="0"/>
                <a:ea typeface="Calibri" pitchFamily="2" charset="-52"/>
                <a:cs typeface="Calibri" pitchFamily="2" charset="-52"/>
              </a:rPr>
              <a:t>Хабибуллина К.И.</a:t>
            </a:r>
          </a:p>
          <a:p>
            <a:pPr algn="r">
              <a:defRPr lang="ru-ru"/>
            </a:pPr>
            <a:r>
              <a:rPr lang="ru-RU" sz="2000" dirty="0" err="1">
                <a:solidFill>
                  <a:srgbClr val="FFFFFF"/>
                </a:solidFill>
                <a:latin typeface="PT Sans" charset="0"/>
              </a:rPr>
              <a:t>Танаканян</a:t>
            </a:r>
            <a:r>
              <a:rPr lang="ru-RU" sz="2000" dirty="0">
                <a:solidFill>
                  <a:srgbClr val="FFFFFF"/>
                </a:solidFill>
                <a:latin typeface="PT Sans" charset="0"/>
              </a:rPr>
              <a:t> А.А.</a:t>
            </a:r>
            <a:endParaRPr lang="ru-ru" sz="2000" cap="none" dirty="0">
              <a:solidFill>
                <a:srgbClr val="FFFFFF"/>
              </a:solidFill>
              <a:latin typeface="PT Sans" charset="0"/>
              <a:ea typeface="Calibri" pitchFamily="2" charset="-52"/>
              <a:cs typeface="Calibri" pitchFamily="2" charset="-5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MSShafigullin\Desktop\2020\Презентация КФУ\kfu_logo_circle_rus.png"/>
          <p:cNvPicPr>
            <a:picLocks noChangeAspect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7_fXcNaB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O7s4QPMzMwAwMD/AH9/fwAAAAAAAAAAAAAAAAD///8AAAAAACEAAAAYAAAAFAAAANgAAACKAAAAPwQAANwD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87630"/>
            <a:ext cx="553085" cy="53975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Номер слайда 8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UCgAAFQdAABwNQAAAx8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ru-ru"/>
            </a:pPr>
            <a:fld id="{3FFF72A5-EBD2-AA84-9C47-1DD13C096A48}" type="slidenum">
              <a:rPr/>
              <a:t>2</a:t>
            </a:fld>
            <a:endParaRPr/>
          </a:p>
        </p:txBody>
      </p:sp>
      <p:sp>
        <p:nvSpPr>
          <p:cNvPr id="4" name="TextBox 1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B/f38A7uzhA8zMzADAwP8Af39/AAAAAAAAAAAAAAAAAAAAAAAAAAAAIQAAABgAAAAUAAAAiQUAAOwAAABjMQAAhQQAABAgAAAmAAAACAAAAP//////////"/>
              </a:ext>
            </a:extLst>
          </p:cNvSpPr>
          <p:nvPr/>
        </p:nvSpPr>
        <p:spPr>
          <a:xfrm>
            <a:off x="899795" y="149860"/>
            <a:ext cx="7128510" cy="58483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algn="ctr">
              <a:defRPr lang="ru-ru"/>
            </a:pPr>
            <a:r>
              <a:rPr lang="ru-ru" sz="1600" b="1" cap="none"/>
              <a:t>Должностная инструкция Начальника отдела по контролю движения контингента обучающихся ОКДКО</a:t>
            </a:r>
          </a:p>
        </p:txBody>
      </p:sp>
      <p:pic>
        <p:nvPicPr>
          <p:cNvPr id="5" name="Рисунок 6"/>
          <p:cNvPicPr>
            <a:picLocks noChangeAspect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7_fXcNaB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AcAAAA4AAAAAAAAAAAAAAAAAAAA////AAAAAAAAAAAAYgEAAHALAABhDQAAxAQ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O7s4QPMzMwAwMD/AH9/fwAAAAAAAAAAAAAAAAD///8AAAAAACEAAAAYAAAAFAAAAD8EAAAyBAAAWTQAAKYdAAAQAAAAJgAAAAgAAAD//////////w=="/>
              </a:ext>
            </a:extLst>
          </p:cNvPicPr>
          <p:nvPr/>
        </p:nvPicPr>
        <p:blipFill>
          <a:blip r:embed="rId4"/>
          <a:srcRect l="3540" t="29280" r="34250" b="12200"/>
          <a:stretch>
            <a:fillRect/>
          </a:stretch>
        </p:blipFill>
        <p:spPr>
          <a:xfrm>
            <a:off x="690245" y="681990"/>
            <a:ext cx="7819390" cy="413766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MSShafigullin\Desktop\2020\Презентация КФУ\kfu_logo_circle_rus.png"/>
          <p:cNvPicPr>
            <a:picLocks noChangeAspect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7_fXcNaB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O7s4QPMzMwAwMD/AH9/fwAAAAAAAAAAAAAAAAD///8AAAAAACEAAAAYAAAAFAAAANgAAACKAAAAPwQAANwD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87630"/>
            <a:ext cx="553085" cy="53975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Номер слайда 8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UCgAAFQdAABwNQAAAx8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ru-ru"/>
            </a:pPr>
            <a:fld id="{3FFF1FF1-BFD2-AAE9-9C47-49BC51096A1C}" type="slidenum">
              <a:rPr/>
              <a:t>3</a:t>
            </a:fld>
            <a:endParaRPr/>
          </a:p>
        </p:txBody>
      </p:sp>
      <p:sp>
        <p:nvSpPr>
          <p:cNvPr id="4" name="TextBox 1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P/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B/f38A7uzhA8zMzADAwP8Af39/AAAAAAAAAAAAAAAAAAAAAAAAAAAAIQAAABgAAAAUAAAAiQUAAOwAAABjMQAAhQQAABAgAAAmAAAACAAAAP//////////"/>
              </a:ext>
            </a:extLst>
          </p:cNvSpPr>
          <p:nvPr/>
        </p:nvSpPr>
        <p:spPr>
          <a:xfrm>
            <a:off x="899795" y="149860"/>
            <a:ext cx="7128510" cy="58483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algn="ctr">
              <a:defRPr lang="ru-ru"/>
            </a:pPr>
            <a:r>
              <a:rPr lang="ru-ru" sz="1600" b="1" cap="none"/>
              <a:t>Должностная инструкция Начальника отдела по контролю движения контингента обучающихся ОКДКО (продолжение)</a:t>
            </a:r>
          </a:p>
        </p:txBody>
      </p:sp>
      <p:pic>
        <p:nvPicPr>
          <p:cNvPr id="5" name="Рисунок 11"/>
          <p:cNvPicPr>
            <a:picLocks noChangeAspect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7_fXcNaB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AcAAAA4AAAAAAAAAAAAAAAAAAAA////AAAAAAAAAAAAnQIAAOALAAATBQAAxAQ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O7s4QPMzMwAwMD/AH9/fwAAAAAAAAAAAAAAAAD///8AAAAAACEAAAAYAAAAFAAAAP0BAABYBgAA8TYAAKEbAAAQAAAAJgAAAAgAAAD//////////w=="/>
              </a:ext>
            </a:extLst>
          </p:cNvPicPr>
          <p:nvPr/>
        </p:nvPicPr>
        <p:blipFill>
          <a:blip r:embed="rId4"/>
          <a:srcRect l="6690" t="30400" r="12990" b="12200"/>
          <a:stretch>
            <a:fillRect/>
          </a:stretch>
        </p:blipFill>
        <p:spPr>
          <a:xfrm>
            <a:off x="323215" y="1031240"/>
            <a:ext cx="8608060" cy="3460115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MSShafigullin\Desktop\2020\Презентация КФУ\kfu_logo_circle_rus.png"/>
          <p:cNvPicPr>
            <a:picLocks noChangeAspect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7_fXcNaB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O7s4QPMzMwAwMD/AH9/fwAAAAAAAAAAAAAAAAD///8AAAAAACEAAAAYAAAAFAAAANgAAACKAAAAPwQAANwD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87630"/>
            <a:ext cx="553085" cy="53975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Номер слайда 8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UCgAAFQdAABwNQAAAx8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ru-ru"/>
            </a:pPr>
            <a:fld id="{3FFF6A2A-64D2-AA9C-9C47-92C924096AC7}" type="slidenum">
              <a:rPr/>
              <a:t>4</a:t>
            </a:fld>
            <a:endParaRPr/>
          </a:p>
        </p:txBody>
      </p:sp>
      <p:sp>
        <p:nvSpPr>
          <p:cNvPr id="4" name="TextBox 1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P/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B/f38A7uzhA8zMzADAwP8Af39/AAAAAAAAAAAAAAAAAAAAAAAAAAAAIQAAABgAAAAUAAAAMwYAAOgBAAANMgAA/QMAABAgAAAmAAAACAAAAP//////////"/>
              </a:ext>
            </a:extLst>
          </p:cNvSpPr>
          <p:nvPr/>
        </p:nvSpPr>
        <p:spPr>
          <a:xfrm>
            <a:off x="1007745" y="309880"/>
            <a:ext cx="7128510" cy="33845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algn="ctr">
              <a:defRPr lang="ru-ru"/>
            </a:pPr>
            <a:r>
              <a:rPr lang="ru-ru" sz="1600" b="1" cap="none"/>
              <a:t>Должностная инструкция Ведущего документоведа ОКДКО</a:t>
            </a:r>
          </a:p>
        </p:txBody>
      </p:sp>
      <p:pic>
        <p:nvPicPr>
          <p:cNvPr id="5" name="Рисунок 11"/>
          <p:cNvPicPr>
            <a:picLocks noChangeAspect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7_fXcNaB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AcAAAA4AAAAAAAAAAAAAAAAAAAA////AAAAAAAAAAAAxAAAAPQGAACJBwAAxAQAAAAAAABkAAAAZAAAAAAAAAAjAAAABAAAAGQAAAAXAAAAFAAAAAAAAAAAAAAA/38AAP9/AAAAAAAACQAAAAQAAAAMBQ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O7s4QPMzMwAwMD/AH9/fwAAAAAAAAAAAAAAAAD///8AAAAAACEAAAAYAAAAFAAAAFIDAAAIBAAA0TUAAEgdAAAQAAAAJgAAAAgAAAD//////////w=="/>
              </a:ext>
            </a:extLst>
          </p:cNvPicPr>
          <p:nvPr/>
        </p:nvPicPr>
        <p:blipFill>
          <a:blip r:embed="rId4"/>
          <a:srcRect l="1960" t="17800" r="19290" b="12200"/>
          <a:stretch>
            <a:fillRect/>
          </a:stretch>
        </p:blipFill>
        <p:spPr>
          <a:xfrm>
            <a:off x="539750" y="655320"/>
            <a:ext cx="8208645" cy="410464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MSShafigullin\Desktop\2020\Презентация КФУ\kfu_logo_circle_rus.png"/>
          <p:cNvPicPr>
            <a:picLocks noChangeAspect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7_fXcNaB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O7s4QPMzMwAwMD/AH9/fwAAAAAAAAAAAAAAAAD///8AAAAAACEAAAAYAAAAFAAAANgAAACKAAAAPwQAANwD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87630"/>
            <a:ext cx="553085" cy="53975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Номер слайда 8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UCgAAFQdAABwNQAAAx8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ru-ru"/>
            </a:pPr>
            <a:fld id="{3FFF6A0C-42D2-AA9C-9C47-B4C924096AE1}" type="slidenum">
              <a:rPr/>
              <a:t>5</a:t>
            </a:fld>
            <a:endParaRPr/>
          </a:p>
        </p:txBody>
      </p:sp>
      <p:sp>
        <p:nvSpPr>
          <p:cNvPr id="4" name="TextBox 9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P/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B/f38A7uzhA8zMzADAwP8Af39/AAAAAAAAAAAAAAAAAAAAAAAAAAAAIQAAABgAAAAUAAAA3QYAADQBAAC3MgAASQMAABAgAAAmAAAACAAAAP//////////"/>
              </a:ext>
            </a:extLst>
          </p:cNvSpPr>
          <p:nvPr/>
        </p:nvSpPr>
        <p:spPr>
          <a:xfrm>
            <a:off x="1115695" y="195580"/>
            <a:ext cx="7128510" cy="33845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>
              <a:defRPr lang="ru-ru"/>
            </a:pPr>
            <a:r>
              <a:rPr lang="ru-ru" sz="1600" b="1" cap="none" dirty="0"/>
              <a:t>ХРОНОМЕТРАЖ ВРЕМЕНИ ВЫПОЛНЕНИЯ ОПЕРАЦИЙ (ПОХОД НА ГЕМБУ 1)</a:t>
            </a:r>
          </a:p>
        </p:txBody>
      </p:sp>
      <p:sp>
        <p:nvSpPr>
          <p:cNvPr id="5" name="TextBox 12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P/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B/f38A7uzhA8zMzADAwP8Af39/AAAAAAAAAAAAAAAAAAAAAAAAAAAAIQAAABgAAAAUAAAA3gYAAFIEAAA/GwAA+gcAABAgAAAmAAAACAAAAP//////////"/>
              </a:ext>
            </a:extLst>
          </p:cNvSpPr>
          <p:nvPr/>
        </p:nvSpPr>
        <p:spPr>
          <a:xfrm>
            <a:off x="1116330" y="702310"/>
            <a:ext cx="3312795" cy="5943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>
              <a:defRPr lang="ru-ru"/>
            </a:pPr>
            <a:r>
              <a:rPr lang="ru-ru" sz="1100" cap="none"/>
              <a:t>Дата наблюдения: 08.04.25</a:t>
            </a:r>
          </a:p>
          <a:p>
            <a:pPr>
              <a:defRPr lang="ru-ru"/>
            </a:pPr>
            <a:r>
              <a:rPr lang="ru-ru" sz="1100" cap="none"/>
              <a:t>Время наблюдения: 9:00 - 12:00</a:t>
            </a:r>
          </a:p>
          <a:p>
            <a:pPr>
              <a:defRPr lang="ru-ru"/>
            </a:pPr>
            <a:r>
              <a:rPr lang="ru-ru" sz="1100" cap="none"/>
              <a:t>Студент: Хабибуллина Карина</a:t>
            </a:r>
          </a:p>
        </p:txBody>
      </p:sp>
      <p:pic>
        <p:nvPicPr>
          <p:cNvPr id="6" name="Изображение1"/>
          <p:cNvPicPr>
            <a:picLocks noChangeAspect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7_fXcNaBMAAAAlAAAAEQAAAC8B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AcAAAA4AAAAAAAAAAAAAAAAAAAA////AAAAAAAAAAAAngAAAAAAAACYAAAAAAAAAAAAAABkAAAAZAAAAAAAAAAjAAAABAAAAGQAAAAXAAAAFAAAAAAAAAAAAAAA/38AAP9/AAAAAAAACQAAAAQAAACjAwQ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O7s4QPMzMwAwMD/AH9/fwAAAAAAAAAAAAAAAAD///8AAAAAACEAAAAYAAAAFAAAACwGAADTCQAAaiUAAHwaAAAQAAAAJgAAAAgAAAD//////////w=="/>
              </a:ext>
            </a:extLst>
          </p:cNvPicPr>
          <p:nvPr/>
        </p:nvPicPr>
        <p:blipFill>
          <a:blip r:embed="rId4"/>
          <a:srcRect l="1580" r="1520"/>
          <a:stretch>
            <a:fillRect/>
          </a:stretch>
        </p:blipFill>
        <p:spPr>
          <a:xfrm>
            <a:off x="1003300" y="1597025"/>
            <a:ext cx="5078730" cy="2708275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MSShafigullin\Desktop\2020\Презентация КФУ\kfu_logo_circle_rus.png"/>
          <p:cNvPicPr>
            <a:picLocks noChangeAspect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7_fXcNaB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AcAAAA4AAAAAAAAAAAAAAAAAAAA////AAAAAAAAAAAAAAAAAAAAAAAAAAAAAAAAAAAAAABkAAAAZAAAAAAAAAAjAAAABAAAAGQAAAAXAAAAFAAAAAAAAAAAAAAA/38AAP9/AAAAAAAACQAAAAQAAAD8////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O7s4QPMzMwAwMD/AH9/fwAAAAAAAAAAAAAAAAD///8AAAAAACEAAAAYAAAAFAAAANgAAACKAAAAPwQAANwD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87630"/>
            <a:ext cx="553085" cy="53975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Номер слайда 8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EBAQ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UCgAAFQdAABwNQAAAx8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ru-ru"/>
            </a:pPr>
            <a:fld id="{3FFF73D8-96D2-AA85-9C47-60D03D096A35}" type="slidenum">
              <a:rPr/>
              <a:t>6</a:t>
            </a:fld>
            <a:endParaRPr/>
          </a:p>
        </p:txBody>
      </p:sp>
      <p:sp>
        <p:nvSpPr>
          <p:cNvPr id="4" name="TextBox 9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P7+/Q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B/f38A7uzhA8zMzADAwP8Af39/AAAAAAAAAAAAAAAAAAAAAAAAAAAAIQAAABgAAAAUAAAA3QYAADQBAAC3MgAASQMAABAgAAAmAAAACAAAAP//////////"/>
              </a:ext>
            </a:extLst>
          </p:cNvSpPr>
          <p:nvPr/>
        </p:nvSpPr>
        <p:spPr>
          <a:xfrm>
            <a:off x="1115695" y="195580"/>
            <a:ext cx="7128510" cy="33845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>
              <a:defRPr lang="ru-ru"/>
            </a:pPr>
            <a:r>
              <a:rPr lang="ru-ru" sz="1600" b="1" cap="none" dirty="0"/>
              <a:t>ХРОНОМЕТРАЖ ВРЕМЕНИ ВЫПОЛНЕНИЯ ОПЕРАЦИЙ (ПОХОД НА ГЕМБУ 1)</a:t>
            </a:r>
          </a:p>
        </p:txBody>
      </p:sp>
      <p:sp>
        <p:nvSpPr>
          <p:cNvPr id="5" name="TextBox 12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P/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B/f38A7uzhA8zMzADAwP8Af39/AAAAAAAAAAAAAAAAAAAAAAAAAAAAIQAAABgAAAAUAAAA3gYAAFIEAAA/GwAADgkAABAgAAAmAAAACAAAAP//////////"/>
              </a:ext>
            </a:extLst>
          </p:cNvSpPr>
          <p:nvPr/>
        </p:nvSpPr>
        <p:spPr>
          <a:xfrm>
            <a:off x="1116330" y="702310"/>
            <a:ext cx="3312795" cy="7696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>
              <a:defRPr lang="ru-ru"/>
            </a:pPr>
            <a:r>
              <a:rPr lang="ru-ru" sz="1100" cap="none"/>
              <a:t>Дата наблюдения: 09.04.25</a:t>
            </a:r>
          </a:p>
          <a:p>
            <a:pPr>
              <a:defRPr lang="ru-ru"/>
            </a:pPr>
            <a:r>
              <a:rPr lang="ru-ru" sz="1100" cap="none"/>
              <a:t>Время наблюдения: 9:00 - 12:00</a:t>
            </a:r>
          </a:p>
          <a:p>
            <a:pPr>
              <a:defRPr lang="ru-ru"/>
            </a:pPr>
            <a:r>
              <a:rPr lang="ru-ru" sz="1100" cap="none"/>
              <a:t>Студент: Гатина Эльза</a:t>
            </a:r>
          </a:p>
          <a:p>
            <a:pPr>
              <a:defRPr lang="ru-ru"/>
            </a:pPr>
            <a:endParaRPr lang="ru-ru" sz="1100" cap="none"/>
          </a:p>
        </p:txBody>
      </p:sp>
      <p:sp>
        <p:nvSpPr>
          <p:cNvPr id="6" name="TextBox 13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B/f38A7uzhA8zMzADAwP8Af39/AAAAAAAAAAAAAAAAAAAAAAAAAAAAIQAAABgAAAAUAAAAOh8AABwEAACaMwAAzQcAABAgAAAmAAAACAAAAP//////////"/>
              </a:ext>
            </a:extLst>
          </p:cNvSpPr>
          <p:nvPr/>
        </p:nvSpPr>
        <p:spPr>
          <a:xfrm>
            <a:off x="5076190" y="668020"/>
            <a:ext cx="3312160" cy="6000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>
              <a:defRPr lang="ru-ru"/>
            </a:pPr>
            <a:r>
              <a:rPr lang="ru-ru" sz="1100" cap="none"/>
              <a:t>Дата наблюдения: 09.04.25</a:t>
            </a:r>
          </a:p>
          <a:p>
            <a:pPr>
              <a:defRPr lang="ru-ru"/>
            </a:pPr>
            <a:r>
              <a:rPr lang="ru-ru" sz="1100" cap="none"/>
              <a:t>Время наблюдения: 13:00 - 16:00</a:t>
            </a:r>
          </a:p>
          <a:p>
            <a:pPr>
              <a:defRPr lang="ru-ru"/>
            </a:pPr>
            <a:r>
              <a:rPr lang="ru-ru" sz="1100" cap="none"/>
              <a:t>Студент: Танаканян Аида</a:t>
            </a:r>
          </a:p>
        </p:txBody>
      </p:sp>
      <p:pic>
        <p:nvPicPr>
          <p:cNvPr id="7" name="Рисунок 15"/>
          <p:cNvPicPr>
            <a:picLocks noChangeAspect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7_fXcNaB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AcAAAA4AAAAAAAAAAAAAAAAAAAA////AAAAAAAAAAAA1wsAAFQLAAD/CQAAEwU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O7s4QPMzMwAwMD/AH9/fwAAAAAAAAAAAAAAAAD///8AAAAAACEAAAAYAAAAFAAAANYFAADZBwAApB4AADMaAAAQAAAAJgAAAAgAAAD//////////w=="/>
              </a:ext>
            </a:extLst>
          </p:cNvPicPr>
          <p:nvPr/>
        </p:nvPicPr>
        <p:blipFill>
          <a:blip r:embed="rId4"/>
          <a:srcRect l="30310" t="29000" r="25590" b="12990"/>
          <a:stretch>
            <a:fillRect/>
          </a:stretch>
        </p:blipFill>
        <p:spPr>
          <a:xfrm>
            <a:off x="266700" y="1355354"/>
            <a:ext cx="4032250" cy="298323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A813298D-305A-C49A-7EBF-84F2FC4650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1831" y="1345720"/>
            <a:ext cx="3462737" cy="355870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MSShafigullin\Desktop\2020\Презентация КФУ\kfu_logo_circle_rus.png"/>
          <p:cNvPicPr>
            <a:picLocks noChangeAspect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7_fXcNaB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AcAAAA4AAAAAAAAAAAAAAAAAAAA////AAAAAAAAAAAAAAAAAAAAAAAAAAAAAAAAAAAAAABkAAAAZAAAAAAAAAAjAAAABAAAAGQAAAAXAAAAFAAAAAAAAAAAAAAA/38AAP9/AAAAAAAACQAAAAQAAACud861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O7s4QPMzMwAwMD/AH9/fwAAAAAAAAAAAAAAAAD///8AAAAAACEAAAAYAAAAFAAAANgAAACKAAAAPwQAANwD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87630"/>
            <a:ext cx="553085" cy="53975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Номер слайда 8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P//Ag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UCgAAFQdAABwNQAAAx8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ru-ru"/>
            </a:pPr>
            <a:fld id="{3FFF1C30-7ED2-AAEA-9C47-88BF52096ADD}" type="slidenum">
              <a:rPr/>
              <a:t>7</a:t>
            </a:fld>
            <a:endParaRPr/>
          </a:p>
        </p:txBody>
      </p:sp>
      <p:sp>
        <p:nvSpPr>
          <p:cNvPr id="4" name="TextBox 9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B/f38A7uzhA8zMzADAwP8Af39/AAAAAAAAAAAAAAAAAAAAAAAAAAAAIQAAABgAAAAUAAAA3QYAADQBAAC3MgAASQMAABAgAAAmAAAACAAAAP//////////"/>
              </a:ext>
            </a:extLst>
          </p:cNvSpPr>
          <p:nvPr/>
        </p:nvSpPr>
        <p:spPr>
          <a:xfrm>
            <a:off x="1115695" y="195580"/>
            <a:ext cx="7128510" cy="33845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>
              <a:defRPr lang="ru-ru"/>
            </a:pPr>
            <a:r>
              <a:rPr lang="ru-ru" sz="1600" b="1" cap="none" dirty="0"/>
              <a:t>ХРОНОМЕТРАЖ ВРЕМЕНИ ВЫПОЛНЕНИЯ ОПЕРАЦИЙ (ПОХОД НА ГЕМБУ 2)</a:t>
            </a:r>
          </a:p>
        </p:txBody>
      </p:sp>
      <p:sp>
        <p:nvSpPr>
          <p:cNvPr id="5" name="TextBox 12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CAQ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B/f38A7uzhA8zMzADAwP8Af39/AAAAAAAAAAAAAAAAAAAAAAAAAAAAIQAAABgAAAAUAAAA3gYAAFIEAAA/GwAADgkAABAgAAAmAAAACAAAAP//////////"/>
              </a:ext>
            </a:extLst>
          </p:cNvSpPr>
          <p:nvPr/>
        </p:nvSpPr>
        <p:spPr>
          <a:xfrm>
            <a:off x="1116330" y="702310"/>
            <a:ext cx="3312795" cy="7696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>
              <a:defRPr lang="ru-ru"/>
            </a:pPr>
            <a:r>
              <a:rPr lang="ru-ru" sz="1100" cap="none"/>
              <a:t>Дата наблюдения: 14.04.25</a:t>
            </a:r>
          </a:p>
          <a:p>
            <a:pPr>
              <a:defRPr lang="ru-ru"/>
            </a:pPr>
            <a:r>
              <a:rPr lang="ru-ru" sz="1100" cap="none"/>
              <a:t>Время наблюдения: 9:00 - 12:00</a:t>
            </a:r>
          </a:p>
          <a:p>
            <a:pPr>
              <a:defRPr lang="ru-ru"/>
            </a:pPr>
            <a:r>
              <a:rPr lang="ru-ru" sz="1100" cap="none"/>
              <a:t>Студент: Хабибуллина Карина</a:t>
            </a:r>
          </a:p>
          <a:p>
            <a:pPr>
              <a:defRPr lang="ru-ru"/>
            </a:pPr>
            <a:endParaRPr lang="ru-ru" sz="1100" cap="none"/>
          </a:p>
        </p:txBody>
      </p:sp>
      <p:sp>
        <p:nvSpPr>
          <p:cNvPr id="6" name="TextBox 13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P//Ag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B/f38A7uzhA8zMzADAwP8Af39/AAAAAAAAAAAAAAAAAAAAAAAAAAAAIQAAABgAAAAUAAAAOh8AABwEAACaMwAAzQcAABAgAAAmAAAACAAAAP//////////"/>
              </a:ext>
            </a:extLst>
          </p:cNvSpPr>
          <p:nvPr/>
        </p:nvSpPr>
        <p:spPr>
          <a:xfrm>
            <a:off x="5076190" y="668020"/>
            <a:ext cx="3312160" cy="6000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>
              <a:defRPr lang="ru-ru"/>
            </a:pPr>
            <a:r>
              <a:rPr lang="ru-ru" sz="1100" cap="none" dirty="0"/>
              <a:t>Дата наблюдения: </a:t>
            </a:r>
            <a:r>
              <a:rPr lang="ru-ru" sz="1100" dirty="0"/>
              <a:t>16</a:t>
            </a:r>
            <a:r>
              <a:rPr lang="ru-ru" sz="1100" cap="none" dirty="0"/>
              <a:t>.04.25</a:t>
            </a:r>
          </a:p>
          <a:p>
            <a:pPr>
              <a:defRPr lang="ru-ru"/>
            </a:pPr>
            <a:r>
              <a:rPr lang="ru-ru" sz="1100" cap="none" dirty="0"/>
              <a:t>Время наблюдения: </a:t>
            </a:r>
            <a:r>
              <a:rPr lang="ru-ru" sz="1100" dirty="0"/>
              <a:t>9</a:t>
            </a:r>
            <a:r>
              <a:rPr lang="ru-ru" sz="1100" cap="none" dirty="0"/>
              <a:t>:00 - 12:00</a:t>
            </a:r>
          </a:p>
          <a:p>
            <a:pPr>
              <a:defRPr lang="ru-ru"/>
            </a:pPr>
            <a:r>
              <a:rPr lang="ru-ru" sz="1100" cap="none" dirty="0"/>
              <a:t>Студент: Танаканян Аида</a:t>
            </a:r>
          </a:p>
        </p:txBody>
      </p:sp>
      <p:pic>
        <p:nvPicPr>
          <p:cNvPr id="7" name="Изображение1"/>
          <p:cNvPicPr>
            <a:picLocks noChangeAspect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7_fXcNaBMAAAAlAAAAEQAAAC8B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AcAAAA4AAAAAAAAAAAAAAAAAAAA////AAAAAAAAAAAAUQAAAEUAAADLAQAA/w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O7s4QPMzMwAwMD/AH9/fwAAAAAAAAAAAAAAAAD///8AAAAAACEAAAAYAAAAFAAAADUCAABFCQAAQR0AANEcAAAAAAAAJgAAAAgAAAD//////////w=="/>
              </a:ext>
            </a:extLst>
          </p:cNvPicPr>
          <p:nvPr/>
        </p:nvPicPr>
        <p:blipFill>
          <a:blip r:embed="rId4"/>
          <a:srcRect l="810" t="690" r="4590" b="2550"/>
          <a:stretch>
            <a:fillRect/>
          </a:stretch>
        </p:blipFill>
        <p:spPr>
          <a:xfrm>
            <a:off x="137160" y="1546403"/>
            <a:ext cx="4396740" cy="317754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656FA07-B41F-3E05-97C9-676B1FC556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1553" y="1301385"/>
            <a:ext cx="3841433" cy="36675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MSShafigullin\Desktop\2020\Презентация КФУ\kfu_logo_circle_rus.png"/>
          <p:cNvPicPr>
            <a:picLocks noChangeAspect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7_fXcNaB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AcAAAA4AAAAAAAAAAAAAAAAAAAA////AAAAAAAAAAAAAAAAAAAAAAAAAAAAAAAAAAAAAABkAAAAZAAAAAAAAAAjAAAABAAAAGQAAAAXAAAAFAAAAAAAAAAAAAAA/38AAP9/AAAAAAAACQAAAAQAAAAAUBY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O7s4QPMzMwAwMD/AH9/fwAAAAAAAAAAAAAAAAD///8AAAAAACEAAAAYAAAAFAAAANgAAAD/AAAAPwQAAFIE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161925"/>
            <a:ext cx="553085" cy="54038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Номер слайда 8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EB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UCgAAFQdAABwNQAAAx8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ru-ru"/>
            </a:pPr>
            <a:fld id="{3FFF1B9B-D5D2-AAED-9C47-23B855096A76}" type="slidenum">
              <a:rPr/>
              <a:t>8</a:t>
            </a:fld>
            <a:endParaRPr/>
          </a:p>
        </p:txBody>
      </p:sp>
      <p:sp>
        <p:nvSpPr>
          <p:cNvPr id="4" name="TextBox 9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EBAQ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B/f38A7uzhA8zMzADAwP8Af39/AAAAAAAAAAAAAAAAAAAAAAAAAAAAIQAAABgAAAAUAAAA3QYAADQBAAC3MgAASQMAABAgAAAmAAAACAAAAP//////////"/>
              </a:ext>
            </a:extLst>
          </p:cNvSpPr>
          <p:nvPr/>
        </p:nvSpPr>
        <p:spPr>
          <a:xfrm>
            <a:off x="1115695" y="195580"/>
            <a:ext cx="7128510" cy="33845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>
              <a:defRPr lang="ru-ru"/>
            </a:pPr>
            <a:r>
              <a:rPr lang="ru-ru" sz="1600" b="1" cap="none" dirty="0"/>
              <a:t>ХРОНОМЕТРАЖ ВРЕМЕНИ ВЫПОЛНЕНИЯ ОПЕРАЦИЙ (ПОХОД НА ГЕМБУ 2)</a:t>
            </a:r>
          </a:p>
        </p:txBody>
      </p:sp>
      <p:sp>
        <p:nvSpPr>
          <p:cNvPr id="5" name="TextBox 12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P/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B/f38A7uzhA8zMzADAwP8Af39/AAAAAAAAAAAAAAAAAAAAAAAAAAAAIQAAABgAAAAUAAAA3gYAAFIEAAA/GwAADgkAABAgAAAmAAAACAAAAP//////////"/>
              </a:ext>
            </a:extLst>
          </p:cNvSpPr>
          <p:nvPr/>
        </p:nvSpPr>
        <p:spPr>
          <a:xfrm>
            <a:off x="1116330" y="702310"/>
            <a:ext cx="3312795" cy="7696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>
              <a:defRPr lang="ru-ru"/>
            </a:pPr>
            <a:r>
              <a:rPr lang="ru-ru" sz="1100" cap="none"/>
              <a:t>Дата наблюдения: 17.04.25</a:t>
            </a:r>
          </a:p>
          <a:p>
            <a:pPr>
              <a:defRPr lang="ru-ru"/>
            </a:pPr>
            <a:r>
              <a:rPr lang="ru-ru" sz="1100" cap="none"/>
              <a:t>Время наблюдения: 9:00 - 12:00</a:t>
            </a:r>
          </a:p>
          <a:p>
            <a:pPr>
              <a:defRPr lang="ru-ru"/>
            </a:pPr>
            <a:r>
              <a:rPr lang="ru-ru" sz="1100" cap="none"/>
              <a:t>Студент: Гатина Эльза</a:t>
            </a:r>
          </a:p>
          <a:p>
            <a:pPr>
              <a:defRPr lang="ru-ru"/>
            </a:pPr>
            <a:endParaRPr lang="ru-ru" sz="1100" cap="none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225C352-C0B5-7632-8A9D-CA91D4DC9E3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750" t="26284" r="38229" b="15123"/>
          <a:stretch/>
        </p:blipFill>
        <p:spPr>
          <a:xfrm>
            <a:off x="1144905" y="1345340"/>
            <a:ext cx="4165600" cy="343049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MSShafigullin\Desktop\2020\Презентация КФУ\kfu_logo_circle_rus.png"/>
          <p:cNvPicPr>
            <a:picLocks noChangeAspect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7_fXcNaB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AcAAAA4AAAAAAAAAAAAAAAAAAAA////AAAAAAAAAAAAAAAAAAAAAAAAAAAAAAAAAAAAAABkAAAAZAAAAAAAAAAjAAAABAAAAGQAAAAXAAAAFAAAAAAAAAAAAAAA/38AAP9/AAAAAAAACQAAAAQAAACjAwQ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O7s4QPMzMwAwMD/AH9/fwAAAAAAAAAAAAAAAAD///8AAAAAACEAAAAYAAAAFAAAANgAAAD/AAAAPwQAAFIE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161925"/>
            <a:ext cx="553085" cy="54038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Номер слайда 8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UCgAAFQdAABwNQAAAx8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ru-ru"/>
            </a:pPr>
            <a:fld id="{3FFF6BF3-BDD2-AA9D-9C47-4BC825096A1E}" type="slidenum">
              <a:rPr/>
              <a:t>9</a:t>
            </a:fld>
            <a:endParaRPr/>
          </a:p>
        </p:txBody>
      </p:sp>
      <p:sp>
        <p:nvSpPr>
          <p:cNvPr id="4" name="TextBox 9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B/f38A7uzhA8zMzADAwP8Af39/AAAAAAAAAAAAAAAAAAAAAAAAAAAAIQAAABgAAAAUAAAA3QYAADQBAAC3MgAASQMAABAgAAAmAAAACAAAAP//////////"/>
              </a:ext>
            </a:extLst>
          </p:cNvSpPr>
          <p:nvPr/>
        </p:nvSpPr>
        <p:spPr>
          <a:xfrm>
            <a:off x="1115695" y="195580"/>
            <a:ext cx="7128510" cy="33845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algn="ctr">
              <a:defRPr lang="ru-ru"/>
            </a:pPr>
            <a:r>
              <a:rPr lang="ru-ru" sz="1600" b="1" cap="none" dirty="0"/>
              <a:t>ПРОЦЕСС «ПОДГОТОВКА И СДАЧА В АРХИВ ЛИЧНОГО ДЕЛА СТУДЕНТА»</a:t>
            </a:r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E3983767-BFC2-347A-3547-478331FF6791}"/>
              </a:ext>
            </a:extLst>
          </p:cNvPr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B/f38A7uzhA8zMzADAwP8Af39/AAAAAAAAAAAAAAAAAAAAAAAAAAAAIQAAABgAAAAUAAAA3QYAADQBAAC3MgAASQMAABAgAAAmAAAACAAAAP//////////"/>
              </a:ext>
            </a:extLst>
          </p:cNvSpPr>
          <p:nvPr/>
        </p:nvSpPr>
        <p:spPr>
          <a:xfrm>
            <a:off x="413702" y="4332800"/>
            <a:ext cx="8621078" cy="34192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algn="r">
              <a:defRPr lang="ru-ru"/>
            </a:pPr>
            <a:r>
              <a:rPr lang="ru-RU" sz="1200" cap="none" dirty="0"/>
              <a:t>Итого </a:t>
            </a:r>
            <a:r>
              <a:rPr lang="ru-RU" sz="1200" dirty="0"/>
              <a:t>времени на процесс: 270 сек. </a:t>
            </a:r>
          </a:p>
          <a:p>
            <a:pPr algn="r">
              <a:defRPr lang="ru-ru"/>
            </a:pPr>
            <a:r>
              <a:rPr lang="ru-RU" sz="1200" dirty="0"/>
              <a:t>При этом время выполнения процесса может варьироваться от 270 сек. до 360 сек. в зависимости от различных факторов</a:t>
            </a:r>
            <a:endParaRPr lang="ru-RU" sz="1200" cap="none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C3572BB-9DB5-03D4-C2CD-D1235CE9A67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917" t="23494" r="9840" b="12490"/>
          <a:stretch/>
        </p:blipFill>
        <p:spPr>
          <a:xfrm>
            <a:off x="207206" y="749984"/>
            <a:ext cx="8827574" cy="364353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F1A8579-8190-A2E5-7204-EB9A77969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ru-ru"/>
            </a:pPr>
            <a:fld id="{3FFF12E7-A9D2-AAE4-9C47-5FB15C096A0A}" type="datetime1">
              <a:rPr lang="ru-RU" smtClean="0"/>
              <a:t>29.04.2025</a:t>
            </a:fld>
            <a:endParaRPr lang="ru-RU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0634531-A279-B05B-7FA7-C7A64F422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ru-ru"/>
            </a:pPr>
            <a:fld id="{3FFF5840-0ED2-AAAE-9C47-F8FB16096AAD}" type="slidenum">
              <a:rPr lang="ru-RU" smtClean="0"/>
              <a:t>10</a:t>
            </a:fld>
            <a:endParaRPr lang="ru-RU"/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07D649E3-3181-E33E-5544-5E0694B59FC8}"/>
              </a:ext>
            </a:extLst>
          </p:cNvPr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B/f38A7uzhA8zMzADAwP8Af39/AAAAAAAAAAAAAAAAAAAAAAAAAAAAIQAAABgAAAAUAAAA3QYAADQBAAC3MgAASQMAABAgAAAmAAAACAAAAP//////////"/>
              </a:ext>
            </a:extLst>
          </p:cNvSpPr>
          <p:nvPr/>
        </p:nvSpPr>
        <p:spPr>
          <a:xfrm>
            <a:off x="1115694" y="339560"/>
            <a:ext cx="7128510" cy="33845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algn="ctr">
              <a:defRPr lang="ru-ru"/>
            </a:pPr>
            <a:r>
              <a:rPr lang="ru-ru" sz="1600" b="1" cap="none" dirty="0"/>
              <a:t>ПРОЦЕСС «ПОДГОТОВКА И СДАЧА В АРХИВ ЛИЧНОГО ДЕЛА СТУДЕНТА»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7680CBC-B10D-1298-A0F3-0EBE1AE15C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660" t="33259" r="10764" b="29075"/>
          <a:stretch/>
        </p:blipFill>
        <p:spPr>
          <a:xfrm>
            <a:off x="841057" y="921385"/>
            <a:ext cx="7677785" cy="3094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4328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3135F0B-A52E-B01D-D6B7-E8AEFAE29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ru-ru"/>
            </a:pPr>
            <a:fld id="{3FFF12E7-A9D2-AAE4-9C47-5FB15C096A0A}" type="datetime1">
              <a:rPr lang="ru-RU" smtClean="0"/>
              <a:t>29.04.2025</a:t>
            </a:fld>
            <a:endParaRPr lang="ru-RU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C5555E7-1A28-43ED-72F2-25F38A74A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ru-ru"/>
            </a:pPr>
            <a:fld id="{3FFF5840-0ED2-AAAE-9C47-F8FB16096AAD}" type="slidenum">
              <a:rPr lang="ru-RU" smtClean="0"/>
              <a:t>11</a:t>
            </a:fld>
            <a:endParaRPr lang="ru-RU"/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11F0C15F-559F-F054-391B-4FFAFE61CDD6}"/>
              </a:ext>
            </a:extLst>
          </p:cNvPr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B/f38A7uzhA8zMzADAwP8Af39/AAAAAAAAAAAAAAAAAAAAAAAAAAAAIQAAABgAAAAUAAAA3QYAADQBAAC3MgAASQMAABAgAAAmAAAACAAAAP//////////"/>
              </a:ext>
            </a:extLst>
          </p:cNvSpPr>
          <p:nvPr/>
        </p:nvSpPr>
        <p:spPr>
          <a:xfrm>
            <a:off x="1115695" y="195580"/>
            <a:ext cx="7128510" cy="33845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algn="ctr">
              <a:defRPr lang="ru-ru"/>
            </a:pPr>
            <a:r>
              <a:rPr lang="ru-ru" sz="1600" b="1" cap="none" dirty="0"/>
              <a:t>СКВОЗНОЙ ПРОЦЕСС «ВЕДЕНИЕ ЛИЧНЫХ ДЕЛ СТУДЕНТОВ»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948C74A-FC30-E842-38AE-4CA5AD9CE3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104" t="33259" r="15472" b="8148"/>
          <a:stretch/>
        </p:blipFill>
        <p:spPr>
          <a:xfrm>
            <a:off x="1115695" y="627610"/>
            <a:ext cx="7259320" cy="3959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5735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93BA325-718A-959A-FFA5-D036B4957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ru-ru"/>
            </a:pPr>
            <a:fld id="{3FFF12E7-A9D2-AAE4-9C47-5FB15C096A0A}" type="datetime1">
              <a:rPr lang="ru-RU" smtClean="0"/>
              <a:t>29.04.2025</a:t>
            </a:fld>
            <a:endParaRPr lang="ru-RU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3405849-3D01-3D98-F335-504808B3F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ru-ru"/>
            </a:pPr>
            <a:fld id="{3FFF5840-0ED2-AAAE-9C47-F8FB16096AAD}" type="slidenum">
              <a:rPr lang="ru-RU" smtClean="0"/>
              <a:t>12</a:t>
            </a:fld>
            <a:endParaRPr lang="ru-RU"/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925B1983-EDD1-D457-A2DE-8AF230B5B1D3}"/>
              </a:ext>
            </a:extLst>
          </p:cNvPr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B/f38A7uzhA8zMzADAwP8Af39/AAAAAAAAAAAAAAAAAAAAAAAAAAAAIQAAABgAAAAUAAAA3QYAADQBAAC3MgAASQMAABAgAAAmAAAACAAAAP//////////"/>
              </a:ext>
            </a:extLst>
          </p:cNvSpPr>
          <p:nvPr/>
        </p:nvSpPr>
        <p:spPr>
          <a:xfrm>
            <a:off x="1199515" y="275590"/>
            <a:ext cx="7128510" cy="33845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algn="ctr">
              <a:defRPr lang="ru-ru"/>
            </a:pPr>
            <a:r>
              <a:rPr lang="ru-RU" sz="1600" b="1" dirty="0"/>
              <a:t>М</a:t>
            </a:r>
            <a:r>
              <a:rPr lang="ru-ru" sz="1600" b="1" dirty="0"/>
              <a:t>ОДЕЛЬ ПРОЦЕССА</a:t>
            </a:r>
            <a:r>
              <a:rPr lang="en-US" sz="1600" b="1" dirty="0"/>
              <a:t> </a:t>
            </a:r>
            <a:r>
              <a:rPr lang="ru-RU" sz="1600" b="1" dirty="0"/>
              <a:t>«</a:t>
            </a:r>
            <a:r>
              <a:rPr lang="en-US" sz="1600" b="1" dirty="0"/>
              <a:t>AS IS</a:t>
            </a:r>
            <a:r>
              <a:rPr lang="ru-RU" sz="1600" b="1" dirty="0"/>
              <a:t>» В НОТАЦИИ </a:t>
            </a:r>
            <a:r>
              <a:rPr lang="en-US" sz="1600" b="1" dirty="0"/>
              <a:t>BPMN</a:t>
            </a:r>
            <a:r>
              <a:rPr lang="ru-ru" sz="1600" b="1" dirty="0"/>
              <a:t> </a:t>
            </a:r>
            <a:endParaRPr lang="ru-ru" sz="1600" b="1" cap="non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BE95A1-8347-3DF4-9E4A-FB80CEF4B611}"/>
              </a:ext>
            </a:extLst>
          </p:cNvPr>
          <p:cNvSpPr txBox="1"/>
          <p:nvPr/>
        </p:nvSpPr>
        <p:spPr>
          <a:xfrm>
            <a:off x="5699761" y="4372041"/>
            <a:ext cx="34442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На одно дело уходит 270 сек (4,5 минуты)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C69F6C8-F679-E260-06AD-DDE2457A2B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979" t="34654" r="6840" b="7308"/>
          <a:stretch/>
        </p:blipFill>
        <p:spPr>
          <a:xfrm>
            <a:off x="90316" y="730984"/>
            <a:ext cx="9053684" cy="3553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581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B806F18-8B27-5DB7-A38D-1F1DF927E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ru-ru"/>
            </a:pPr>
            <a:fld id="{3FFF12E7-A9D2-AAE4-9C47-5FB15C096A0A}" type="datetime1">
              <a:rPr lang="ru-RU" smtClean="0"/>
              <a:t>29.04.2025</a:t>
            </a:fld>
            <a:endParaRPr lang="ru-RU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DE2C249-AA5E-1950-E295-85470598E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ru-ru"/>
            </a:pPr>
            <a:fld id="{3FFF5840-0ED2-AAAE-9C47-F8FB16096AAD}" type="slidenum">
              <a:rPr lang="ru-RU" smtClean="0"/>
              <a:t>13</a:t>
            </a:fld>
            <a:endParaRPr lang="ru-RU"/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47449370-526E-5DF5-898B-6DAAA4A45A45}"/>
              </a:ext>
            </a:extLst>
          </p:cNvPr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B/f38A7uzhA8zMzADAwP8Af39/AAAAAAAAAAAAAAAAAAAAAAAAAAAAIQAAABgAAAAUAAAA3QYAADQBAAC3MgAASQMAABAgAAAmAAAACAAAAP//////////"/>
              </a:ext>
            </a:extLst>
          </p:cNvSpPr>
          <p:nvPr/>
        </p:nvSpPr>
        <p:spPr>
          <a:xfrm>
            <a:off x="1115695" y="195580"/>
            <a:ext cx="7128510" cy="33845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algn="ctr">
              <a:defRPr lang="ru-ru"/>
            </a:pPr>
            <a:r>
              <a:rPr lang="ru-ru" sz="1600" b="1" cap="none" dirty="0"/>
              <a:t>ПРОЦЕСС «ПОДГОТОВКА И СДАЧА В АРХИВ ЛИЧНОГО ДЕЛА СТУДЕНТА»</a:t>
            </a:r>
          </a:p>
        </p:txBody>
      </p:sp>
      <p:sp>
        <p:nvSpPr>
          <p:cNvPr id="5" name="TextBox 9">
            <a:extLst>
              <a:ext uri="{FF2B5EF4-FFF2-40B4-BE49-F238E27FC236}">
                <a16:creationId xmlns:a16="http://schemas.microsoft.com/office/drawing/2014/main" id="{1C6877AE-ED66-1434-5D22-E96DA078A97D}"/>
              </a:ext>
            </a:extLst>
          </p:cNvPr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B/f38A7uzhA8zMzADAwP8Af39/AAAAAAAAAAAAAAAAAAAAAAAAAAAAIQAAABgAAAAUAAAA3QYAADQBAAC3MgAASQMAABAgAAAmAAAACAAAAP//////////"/>
              </a:ext>
            </a:extLst>
          </p:cNvSpPr>
          <p:nvPr/>
        </p:nvSpPr>
        <p:spPr>
          <a:xfrm>
            <a:off x="1115695" y="4279264"/>
            <a:ext cx="7128510" cy="33845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algn="ctr">
              <a:defRPr lang="ru-ru"/>
            </a:pPr>
            <a:r>
              <a:rPr lang="ru-RU" sz="1200" b="1" dirty="0"/>
              <a:t>В</a:t>
            </a:r>
            <a:r>
              <a:rPr lang="ru-ru" sz="1200" b="1" dirty="0"/>
              <a:t>ЫЯВЛЕННАЯ ПОТЕРЯ </a:t>
            </a:r>
            <a:r>
              <a:rPr lang="ru-RU" sz="1200" b="1" dirty="0"/>
              <a:t>–</a:t>
            </a:r>
            <a:r>
              <a:rPr lang="ru-ru" sz="1200" b="1" dirty="0"/>
              <a:t> </a:t>
            </a:r>
            <a:r>
              <a:rPr lang="ru-ru" sz="1200" b="1" dirty="0">
                <a:solidFill>
                  <a:srgbClr val="FF0000"/>
                </a:solidFill>
              </a:rPr>
              <a:t>ИЗБЫТОЧНАЯ ОБРАБОТКА </a:t>
            </a:r>
            <a:r>
              <a:rPr lang="ru-ru" sz="1200" b="1" dirty="0"/>
              <a:t>НА РАЗЛИЧИНЫХ ЭТАПАХ</a:t>
            </a:r>
            <a:endParaRPr lang="ru-ru" sz="1200" b="1" cap="none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A7B7F84-79DE-D641-0888-0949ACEBB7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194" t="13727" r="9840" b="16519"/>
          <a:stretch/>
        </p:blipFill>
        <p:spPr>
          <a:xfrm>
            <a:off x="978217" y="641032"/>
            <a:ext cx="7403465" cy="3587750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1BB14AD-72AF-1D87-8431-B449CF532EE8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prstTxWarp prst="textNoShape">
              <a:avLst/>
            </a:prstTxWarp>
            <a:noAutofit/>
          </a:bodyPr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43229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E2FB642-77DD-D595-5C83-47CC4C85D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ru-ru"/>
            </a:pPr>
            <a:fld id="{3FFF12E7-A9D2-AAE4-9C47-5FB15C096A0A}" type="datetime1">
              <a:rPr lang="ru-RU" smtClean="0"/>
              <a:t>29.04.2025</a:t>
            </a:fld>
            <a:endParaRPr lang="ru-RU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AE067AB-790C-618C-F10E-860EA760A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ru-ru"/>
            </a:pPr>
            <a:fld id="{3FFF5840-0ED2-AAAE-9C47-F8FB16096AAD}" type="slidenum">
              <a:rPr lang="ru-RU" smtClean="0"/>
              <a:t>14</a:t>
            </a:fld>
            <a:endParaRPr lang="ru-RU"/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116EA96E-6840-BCD2-0C8E-EEDC62D5A155}"/>
              </a:ext>
            </a:extLst>
          </p:cNvPr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B/f38A7uzhA8zMzADAwP8Af39/AAAAAAAAAAAAAAAAAAAAAAAAAAAAIQAAABgAAAAUAAAA3QYAADQBAAC3MgAASQMAABAgAAAmAAAACAAAAP//////////"/>
              </a:ext>
            </a:extLst>
          </p:cNvSpPr>
          <p:nvPr/>
        </p:nvSpPr>
        <p:spPr>
          <a:xfrm>
            <a:off x="1115695" y="195580"/>
            <a:ext cx="7128510" cy="33845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algn="ctr">
              <a:defRPr lang="ru-ru"/>
            </a:pPr>
            <a:r>
              <a:rPr lang="ru-ru" sz="1600" b="1" cap="none" dirty="0"/>
              <a:t>ПРОЦЕСС «ПОДГОТОВКА И СДАЧА В АРХИВ ЛИЧНОГО ДЕЛА СТУДЕНТА»</a:t>
            </a:r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33A323D5-06DC-6F1B-67B6-DC1CF0524E7F}"/>
              </a:ext>
            </a:extLst>
          </p:cNvPr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B/f38A7uzhA8zMzADAwP8Af39/AAAAAAAAAAAAAAAAAAAAAAAAAAAAIQAAABgAAAAUAAAA3QYAADQBAAC3MgAASQMAABAgAAAmAAAACAAAAP//////////"/>
              </a:ext>
            </a:extLst>
          </p:cNvSpPr>
          <p:nvPr/>
        </p:nvSpPr>
        <p:spPr>
          <a:xfrm>
            <a:off x="356234" y="627908"/>
            <a:ext cx="8464550" cy="21526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>
              <a:defRPr lang="ru-ru"/>
            </a:pPr>
            <a:r>
              <a:rPr lang="ru-RU" sz="1600" cap="none" dirty="0"/>
              <a:t>Во время наблюдения было выявлено, что за 91 мин (5460 сек) сотрудник подготовил всего 18 дел, таким образом на данный момент на 1 дело в среднем уходит:  5460/18=303 сек (5 мин). При этом, «идеальный» процесс на данный момент занимает 270 сек по расчетам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D4BC0D3-E5E8-10E9-0C46-1EBECE440C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8479" y="1572138"/>
            <a:ext cx="4625893" cy="2860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C98FB0B-75A3-B18C-F900-341D95242A47}"/>
              </a:ext>
            </a:extLst>
          </p:cNvPr>
          <p:cNvSpPr txBox="1"/>
          <p:nvPr/>
        </p:nvSpPr>
        <p:spPr>
          <a:xfrm>
            <a:off x="347344" y="1591188"/>
            <a:ext cx="398018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/>
              <a:t>Рассчитаем время такта, если известно, что в году 247 рабочих дней, в год выпускается около 8,2 тыс. студентов, личные дела которых необходимо перепрошивать.</a:t>
            </a:r>
          </a:p>
          <a:p>
            <a:endParaRPr lang="ru-RU" sz="1600" dirty="0"/>
          </a:p>
          <a:p>
            <a:r>
              <a:rPr lang="ru-RU" sz="1600" dirty="0"/>
              <a:t>Предположим, что сотрудник тратит на подготовку стопки из 20 дел: 20*5=100 мин. в рабочий день. Тогда время такта будет рассчитано следующим образом:</a:t>
            </a:r>
          </a:p>
          <a:p>
            <a:r>
              <a:rPr lang="ru-RU" sz="1600" dirty="0"/>
              <a:t>(247 </a:t>
            </a:r>
            <a:r>
              <a:rPr lang="ru-RU" sz="1600" dirty="0" err="1"/>
              <a:t>дн</a:t>
            </a:r>
            <a:r>
              <a:rPr lang="ru-RU" sz="1600" dirty="0"/>
              <a:t>.*100 мин. *60 сек.) / 8200 ст. = </a:t>
            </a:r>
          </a:p>
          <a:p>
            <a:r>
              <a:rPr lang="ru-RU" sz="1600" dirty="0"/>
              <a:t>= 181 сек. на одно дело</a:t>
            </a:r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27ECB007-82C4-6F81-77F7-ADC01A212551}"/>
              </a:ext>
            </a:extLst>
          </p:cNvPr>
          <p:cNvCxnSpPr/>
          <p:nvPr/>
        </p:nvCxnSpPr>
        <p:spPr>
          <a:xfrm flipV="1">
            <a:off x="4570729" y="2715260"/>
            <a:ext cx="423227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9">
            <a:extLst>
              <a:ext uri="{FF2B5EF4-FFF2-40B4-BE49-F238E27FC236}">
                <a16:creationId xmlns:a16="http://schemas.microsoft.com/office/drawing/2014/main" id="{F66B041C-35B2-C765-D389-312F21771D8C}"/>
              </a:ext>
            </a:extLst>
          </p:cNvPr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B/f38A7uzhA8zMzADAwP8Af39/AAAAAAAAAAAAAAAAAAAAAAAAAAAAIQAAABgAAAAUAAAA3QYAADQBAAC3MgAASQMAABAgAAAmAAAACAAAAP//////////"/>
              </a:ext>
            </a:extLst>
          </p:cNvSpPr>
          <p:nvPr/>
        </p:nvSpPr>
        <p:spPr>
          <a:xfrm>
            <a:off x="338454" y="4364504"/>
            <a:ext cx="6619240" cy="34192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>
              <a:defRPr lang="ru-ru"/>
            </a:pPr>
            <a:r>
              <a:rPr lang="ru-RU" sz="1600" dirty="0"/>
              <a:t>Таким образом, время цикла превышает время такта на 270-181=89 сек.</a:t>
            </a:r>
          </a:p>
          <a:p>
            <a:pPr>
              <a:defRPr lang="ru-ru"/>
            </a:pPr>
            <a:endParaRPr lang="ru-RU" sz="1600" cap="none" dirty="0"/>
          </a:p>
        </p:txBody>
      </p:sp>
    </p:spTree>
    <p:extLst>
      <p:ext uri="{BB962C8B-B14F-4D97-AF65-F5344CB8AC3E}">
        <p14:creationId xmlns:p14="http://schemas.microsoft.com/office/powerpoint/2010/main" val="27596688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0C775DB-12A0-5FE0-FA57-4BA32670F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ru-ru"/>
            </a:pPr>
            <a:fld id="{3FFF12E7-A9D2-AAE4-9C47-5FB15C096A0A}" type="datetime1">
              <a:rPr lang="ru-RU" smtClean="0"/>
              <a:t>29.04.2025</a:t>
            </a:fld>
            <a:endParaRPr lang="ru-RU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D4BD950-22D9-367B-CF91-8461CED22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ru-ru"/>
            </a:pPr>
            <a:fld id="{3FFF5840-0ED2-AAAE-9C47-F8FB16096AAD}" type="slidenum">
              <a:rPr lang="ru-RU" smtClean="0"/>
              <a:t>15</a:t>
            </a:fld>
            <a:endParaRPr lang="ru-RU"/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D6640DCD-00EA-2716-D41B-CA0EE6CD940E}"/>
              </a:ext>
            </a:extLst>
          </p:cNvPr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B/f38A7uzhA8zMzADAwP8Af39/AAAAAAAAAAAAAAAAAAAAAAAAAAAAIQAAABgAAAAUAAAA3QYAADQBAAC3MgAASQMAABAgAAAmAAAACAAAAP//////////"/>
              </a:ext>
            </a:extLst>
          </p:cNvSpPr>
          <p:nvPr/>
        </p:nvSpPr>
        <p:spPr>
          <a:xfrm>
            <a:off x="1115695" y="195580"/>
            <a:ext cx="7128510" cy="33845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algn="ctr">
              <a:defRPr lang="ru-ru"/>
            </a:pPr>
            <a:r>
              <a:rPr lang="ru-ru" sz="1600" b="1" cap="none" dirty="0"/>
              <a:t>ПРЕДЛОЖЕНИЯ ПО ОПТИМИЗАЦИИ ПРОЦЕССА «ПОДГОТОВКА И СДАЧА В АРХИВ ЛИЧНОГО ДЕЛА СТУДЕНТА»</a:t>
            </a:r>
          </a:p>
        </p:txBody>
      </p:sp>
      <p:sp>
        <p:nvSpPr>
          <p:cNvPr id="5" name="TextBox 9">
            <a:extLst>
              <a:ext uri="{FF2B5EF4-FFF2-40B4-BE49-F238E27FC236}">
                <a16:creationId xmlns:a16="http://schemas.microsoft.com/office/drawing/2014/main" id="{AC10A428-F09A-4800-48CB-CD093AABFDD7}"/>
              </a:ext>
            </a:extLst>
          </p:cNvPr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B/f38A7uzhA8zMzADAwP8Af39/AAAAAAAAAAAAAAAAAAAAAAAAAAAAIQAAABgAAAAUAAAA3QYAADQBAAC3MgAASQMAABAgAAAmAAAACAAAAP//////////"/>
              </a:ext>
            </a:extLst>
          </p:cNvSpPr>
          <p:nvPr/>
        </p:nvSpPr>
        <p:spPr>
          <a:xfrm>
            <a:off x="338454" y="849631"/>
            <a:ext cx="8464550" cy="21526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>
              <a:defRPr lang="ru-ru"/>
            </a:pPr>
            <a:endParaRPr lang="ru-RU" sz="1600" cap="none" dirty="0"/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CEA6B420-C49E-45C8-5CCC-74F88B555E84}"/>
              </a:ext>
            </a:extLst>
          </p:cNvPr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B/f38A7uzhA8zMzADAwP8Af39/AAAAAAAAAAAAAAAAAAAAAAAAAAAAIQAAABgAAAAUAAAA3QYAADQBAAC3MgAASQMAABAgAAAmAAAACAAAAP//////////"/>
              </a:ext>
            </a:extLst>
          </p:cNvSpPr>
          <p:nvPr/>
        </p:nvSpPr>
        <p:spPr>
          <a:xfrm>
            <a:off x="685165" y="661230"/>
            <a:ext cx="7989570" cy="413746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>
              <a:defRPr lang="ru-ru"/>
            </a:pPr>
            <a:endParaRPr lang="ru-RU" sz="1400" dirty="0"/>
          </a:p>
          <a:p>
            <a:pPr>
              <a:defRPr lang="ru-ru"/>
            </a:pPr>
            <a:r>
              <a:rPr lang="ru-RU" sz="1400" dirty="0"/>
              <a:t>1)Создать регламент обязательных документов, которые останутся в архивном деле, в котором каждый документ будет изначально иметь свой порядковый номер. Документы будут сортироваться на этапе заведения нового дела и будут вкладываться в отдельный файл в общей папке. Это решение позволит:</a:t>
            </a:r>
          </a:p>
          <a:p>
            <a:pPr>
              <a:defRPr lang="ru-ru"/>
            </a:pPr>
            <a:r>
              <a:rPr lang="ru-RU" sz="1400" dirty="0"/>
              <a:t>- избавиться от операции «Сортировка документов» (сокращение времени на 70 сек.)</a:t>
            </a:r>
          </a:p>
          <a:p>
            <a:pPr>
              <a:defRPr lang="ru-ru"/>
            </a:pPr>
            <a:r>
              <a:rPr lang="ru-RU" sz="1400" dirty="0"/>
              <a:t>- избавиться от операции «Нумерация листов» (сокращение времени на 30 сек.)</a:t>
            </a:r>
          </a:p>
          <a:p>
            <a:pPr>
              <a:defRPr lang="ru-ru"/>
            </a:pPr>
            <a:r>
              <a:rPr lang="ru-RU" sz="1400" dirty="0"/>
              <a:t>- избавиться от операции «Упорядочить важные документы» (сокращение времени на 15 сек.)</a:t>
            </a:r>
          </a:p>
          <a:p>
            <a:pPr>
              <a:defRPr lang="ru-ru"/>
            </a:pPr>
            <a:r>
              <a:rPr lang="ru-RU" sz="1400" dirty="0"/>
              <a:t>- избавиться от операции «Снять скобы с важных документов» (сокращение времени на 10 сек.)</a:t>
            </a:r>
          </a:p>
          <a:p>
            <a:pPr>
              <a:defRPr lang="ru-ru"/>
            </a:pPr>
            <a:r>
              <a:rPr lang="ru-RU" sz="1400" dirty="0"/>
              <a:t>Таким образом, появится новая операция «Извлечь важные документы из файла» (4 сек.)</a:t>
            </a:r>
          </a:p>
          <a:p>
            <a:pPr>
              <a:defRPr lang="ru-ru"/>
            </a:pPr>
            <a:endParaRPr lang="ru-RU" sz="1400" dirty="0"/>
          </a:p>
          <a:p>
            <a:pPr>
              <a:defRPr lang="ru-ru"/>
            </a:pPr>
            <a:r>
              <a:rPr lang="ru-RU" sz="1400" dirty="0"/>
              <a:t>2) Приобрести шредер для уничтожения бумаги, чтобы не делать это вручную. Это решение позволит:</a:t>
            </a:r>
          </a:p>
          <a:p>
            <a:pPr marL="285750" indent="-285750">
              <a:buFontTx/>
              <a:buChar char="-"/>
              <a:defRPr lang="ru-ru"/>
            </a:pPr>
            <a:r>
              <a:rPr lang="ru-RU" sz="1400" dirty="0"/>
              <a:t>избавиться от операции «Уничтожение лишних документов», вместо этого сотрудник будет складывать ненужные документы сразу в шредер (сокращение времени с 10 сек. до 3 сек.)</a:t>
            </a:r>
          </a:p>
          <a:p>
            <a:pPr marL="285750" indent="-285750">
              <a:buFontTx/>
              <a:buChar char="-"/>
              <a:defRPr lang="ru-ru"/>
            </a:pPr>
            <a:endParaRPr lang="ru-RU" sz="1400" dirty="0"/>
          </a:p>
          <a:p>
            <a:pPr>
              <a:defRPr lang="ru-ru"/>
            </a:pPr>
            <a:r>
              <a:rPr lang="ru-RU" sz="1400" dirty="0"/>
              <a:t>3) Приобрести дырокол, чтобы не делать отверстия шилом вручную (т.к. это достаточно трудоемкий процесс). Это позволит:</a:t>
            </a:r>
          </a:p>
          <a:p>
            <a:pPr>
              <a:defRPr lang="ru-ru"/>
            </a:pPr>
            <a:r>
              <a:rPr lang="ru-RU" sz="1400" dirty="0"/>
              <a:t>- сократить время на операцию «Проделывание отверстий в папке» (с 12 сек. до 5 сек).</a:t>
            </a:r>
          </a:p>
          <a:p>
            <a:pPr>
              <a:defRPr lang="ru-ru"/>
            </a:pPr>
            <a:endParaRPr lang="ru-RU" sz="1400" cap="none" dirty="0"/>
          </a:p>
        </p:txBody>
      </p:sp>
    </p:spTree>
    <p:extLst>
      <p:ext uri="{BB962C8B-B14F-4D97-AF65-F5344CB8AC3E}">
        <p14:creationId xmlns:p14="http://schemas.microsoft.com/office/powerpoint/2010/main" val="10569101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40B8CD9-BD8C-F7E5-B5F4-EFE24C12B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ru-ru"/>
            </a:pPr>
            <a:fld id="{3FFF12E7-A9D2-AAE4-9C47-5FB15C096A0A}" type="datetime1">
              <a:rPr lang="ru-RU" smtClean="0"/>
              <a:t>29.04.2025</a:t>
            </a:fld>
            <a:endParaRPr lang="ru-RU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031EB63-646E-D251-8286-ADD509FD4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ru-ru"/>
            </a:pPr>
            <a:fld id="{3FFF5840-0ED2-AAAE-9C47-F8FB16096AAD}" type="slidenum">
              <a:rPr lang="ru-RU" smtClean="0"/>
              <a:t>16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7DBBF5C-7E15-DA6C-8A42-F2D299F98D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85" t="40235" r="43723" b="19308"/>
          <a:stretch/>
        </p:blipFill>
        <p:spPr>
          <a:xfrm>
            <a:off x="457200" y="1226184"/>
            <a:ext cx="5389045" cy="2367915"/>
          </a:xfrm>
          <a:prstGeom prst="rect">
            <a:avLst/>
          </a:prstGeom>
        </p:spPr>
      </p:pic>
      <p:sp>
        <p:nvSpPr>
          <p:cNvPr id="6" name="TextBox 9">
            <a:extLst>
              <a:ext uri="{FF2B5EF4-FFF2-40B4-BE49-F238E27FC236}">
                <a16:creationId xmlns:a16="http://schemas.microsoft.com/office/drawing/2014/main" id="{08EBE05F-CC29-1B54-B17D-FC19A9740C52}"/>
              </a:ext>
            </a:extLst>
          </p:cNvPr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B/f38A7uzhA8zMzADAwP8Af39/AAAAAAAAAAAAAAAAAAAAAAAAAAAAIQAAABgAAAAUAAAA3QYAADQBAAC3MgAASQMAABAgAAAmAAAACAAAAP//////////"/>
              </a:ext>
            </a:extLst>
          </p:cNvSpPr>
          <p:nvPr/>
        </p:nvSpPr>
        <p:spPr>
          <a:xfrm>
            <a:off x="1115695" y="195580"/>
            <a:ext cx="7128510" cy="6540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algn="ctr">
              <a:defRPr lang="ru-ru"/>
            </a:pPr>
            <a:r>
              <a:rPr lang="ru-ru" sz="1600" b="1" dirty="0"/>
              <a:t>ХРОНОМЕТРАЖ </a:t>
            </a:r>
            <a:r>
              <a:rPr lang="ru-ru" sz="1600" b="1" cap="none" dirty="0"/>
              <a:t>ПРОЦЕССА «ПОДГОТОВКА И СДАЧА В АРХИВ ЛИЧНОГО ДЕЛА СТУДЕНТА» ПОСЛЕ ОПТИМИЗАЦИИ</a:t>
            </a:r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8594317C-4EBD-35D9-02CA-3A92B1C9FF7E}"/>
              </a:ext>
            </a:extLst>
          </p:cNvPr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B/f38A7uzhA8zMzADAwP8Af39/AAAAAAAAAAAAAAAAAAAAAAAAAAAAIQAAABgAAAAUAAAA3QYAADQBAAC3MgAASQMAABAgAAAmAAAACAAAAP//////////"/>
              </a:ext>
            </a:extLst>
          </p:cNvSpPr>
          <p:nvPr/>
        </p:nvSpPr>
        <p:spPr>
          <a:xfrm>
            <a:off x="457200" y="3616483"/>
            <a:ext cx="5549900" cy="7893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>
              <a:defRPr lang="ru-ru"/>
            </a:pPr>
            <a:r>
              <a:rPr lang="ru-RU" sz="1400" cap="none" dirty="0"/>
              <a:t>Итого </a:t>
            </a:r>
            <a:r>
              <a:rPr lang="ru-RU" sz="1400" dirty="0"/>
              <a:t>время цикла: </a:t>
            </a:r>
            <a:r>
              <a:rPr lang="ru-RU" sz="1400" b="1" dirty="0"/>
              <a:t>135 сек. </a:t>
            </a:r>
          </a:p>
          <a:p>
            <a:pPr>
              <a:defRPr lang="ru-ru"/>
            </a:pPr>
            <a:r>
              <a:rPr lang="ru-RU" sz="1400" dirty="0"/>
              <a:t>*При этом, если имеется личный документ, который необходимо вложить в папку, время увеличивается на 10 сек и составляет 145 сек.</a:t>
            </a:r>
            <a:endParaRPr lang="ru-RU" sz="1400" cap="none" dirty="0"/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588ED4F0-A853-29CC-62EA-96D408EA4928}"/>
              </a:ext>
            </a:extLst>
          </p:cNvPr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B/f38A7uzhA8zMzADAwP8Af39/AAAAAAAAAAAAAAAAAAAAAAAAAAAAIQAAABgAAAAUAAAA3QYAADQBAAC3MgAASQMAABAgAAAmAAAACAAAAP//////////"/>
              </a:ext>
            </a:extLst>
          </p:cNvSpPr>
          <p:nvPr/>
        </p:nvSpPr>
        <p:spPr>
          <a:xfrm>
            <a:off x="6354127" y="1443751"/>
            <a:ext cx="2531745" cy="7893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>
              <a:defRPr lang="ru-ru"/>
            </a:pPr>
            <a:r>
              <a:rPr lang="ru-RU" sz="1400" cap="none" dirty="0"/>
              <a:t>Таким образом, время на обработку одного дела сократится с </a:t>
            </a:r>
            <a:r>
              <a:rPr lang="ru-RU" sz="1400" b="1" cap="none" dirty="0"/>
              <a:t>270 сек. </a:t>
            </a:r>
            <a:r>
              <a:rPr lang="ru-RU" sz="1400" cap="none" dirty="0"/>
              <a:t>до </a:t>
            </a:r>
            <a:r>
              <a:rPr lang="ru-RU" sz="1400" b="1" cap="none" dirty="0"/>
              <a:t>135 сек.</a:t>
            </a:r>
            <a:r>
              <a:rPr lang="ru-RU" sz="1400" cap="none" dirty="0"/>
              <a:t> (145 сек. </a:t>
            </a:r>
            <a:r>
              <a:rPr lang="ru-RU" sz="1400" dirty="0"/>
              <a:t>п</a:t>
            </a:r>
            <a:r>
              <a:rPr lang="ru-RU" sz="1400" cap="none" dirty="0"/>
              <a:t>ри наличии личного документа). </a:t>
            </a:r>
          </a:p>
          <a:p>
            <a:pPr>
              <a:defRPr lang="ru-ru"/>
            </a:pPr>
            <a:endParaRPr lang="ru-RU" sz="1400" cap="none" dirty="0"/>
          </a:p>
          <a:p>
            <a:pPr>
              <a:defRPr lang="ru-ru"/>
            </a:pPr>
            <a:r>
              <a:rPr lang="ru-RU" sz="1400" dirty="0"/>
              <a:t>Время цикла будет меньше времени такта на 181-135=46 сек.</a:t>
            </a:r>
            <a:endParaRPr lang="ru-RU" sz="1400" cap="none" dirty="0"/>
          </a:p>
        </p:txBody>
      </p:sp>
    </p:spTree>
    <p:extLst>
      <p:ext uri="{BB962C8B-B14F-4D97-AF65-F5344CB8AC3E}">
        <p14:creationId xmlns:p14="http://schemas.microsoft.com/office/powerpoint/2010/main" val="31325044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A1E6965-321D-182F-B524-1396510F0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ru-ru"/>
            </a:pPr>
            <a:fld id="{3FFF12E7-A9D2-AAE4-9C47-5FB15C096A0A}" type="datetime1">
              <a:rPr lang="ru-RU" smtClean="0"/>
              <a:t>29.04.2025</a:t>
            </a:fld>
            <a:endParaRPr lang="ru-RU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5BD7BDB-BE03-4B4F-F0E3-6002D0166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ru-ru"/>
            </a:pPr>
            <a:fld id="{3FFF5840-0ED2-AAAE-9C47-F8FB16096AAD}" type="slidenum">
              <a:rPr lang="ru-RU" smtClean="0"/>
              <a:t>17</a:t>
            </a:fld>
            <a:endParaRPr lang="ru-RU"/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E64DFE14-1565-E49F-15CB-A6338FCCFB3E}"/>
              </a:ext>
            </a:extLst>
          </p:cNvPr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B/f38A7uzhA8zMzADAwP8Af39/AAAAAAAAAAAAAAAAAAAAAAAAAAAAIQAAABgAAAAUAAAA3QYAADQBAAC3MgAASQMAABAgAAAmAAAACAAAAP//////////"/>
              </a:ext>
            </a:extLst>
          </p:cNvSpPr>
          <p:nvPr/>
        </p:nvSpPr>
        <p:spPr>
          <a:xfrm>
            <a:off x="1199515" y="275590"/>
            <a:ext cx="7128510" cy="33845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algn="ctr">
              <a:defRPr lang="ru-ru"/>
            </a:pPr>
            <a:r>
              <a:rPr lang="ru-RU" sz="1600" b="1" dirty="0"/>
              <a:t>М</a:t>
            </a:r>
            <a:r>
              <a:rPr lang="ru-ru" sz="1600" b="1" dirty="0"/>
              <a:t>ОДЕЛЬ ПРОЦЕССА</a:t>
            </a:r>
            <a:r>
              <a:rPr lang="en-US" sz="1600" b="1" dirty="0"/>
              <a:t> </a:t>
            </a:r>
            <a:r>
              <a:rPr lang="ru-RU" sz="1600" b="1" dirty="0"/>
              <a:t>«</a:t>
            </a:r>
            <a:r>
              <a:rPr lang="en-US" sz="1600" b="1" dirty="0"/>
              <a:t>TO BE</a:t>
            </a:r>
            <a:r>
              <a:rPr lang="ru-RU" sz="1600" b="1" dirty="0"/>
              <a:t>» В НОТАЦИИ </a:t>
            </a:r>
            <a:r>
              <a:rPr lang="en-US" sz="1600" b="1" dirty="0"/>
              <a:t>BPMN</a:t>
            </a:r>
            <a:r>
              <a:rPr lang="ru-ru" sz="1600" b="1" dirty="0"/>
              <a:t> </a:t>
            </a:r>
            <a:endParaRPr lang="ru-ru" sz="1600" b="1" cap="none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2A6FE86-A094-5015-A8D4-DCB18241BB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104" t="34654" r="8924" b="9543"/>
          <a:stretch/>
        </p:blipFill>
        <p:spPr>
          <a:xfrm>
            <a:off x="697230" y="755702"/>
            <a:ext cx="7749540" cy="3632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513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9F412DA-CC86-6C9B-4EF9-94199713C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ru-ru"/>
            </a:pPr>
            <a:fld id="{3FFF12E7-A9D2-AAE4-9C47-5FB15C096A0A}" type="datetime1">
              <a:rPr lang="ru-RU" smtClean="0"/>
              <a:t>29.04.2025</a:t>
            </a:fld>
            <a:endParaRPr lang="ru-RU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B24D91C-4147-5D9A-B7F0-97CB12D7D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ru-ru"/>
            </a:pPr>
            <a:fld id="{3FFF5840-0ED2-AAAE-9C47-F8FB16096AAD}" type="slidenum">
              <a:rPr lang="ru-RU" smtClean="0"/>
              <a:t>18</a:t>
            </a:fld>
            <a:endParaRPr lang="ru-RU"/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36D950FF-593F-B7B6-A17F-D9A658F6B3A1}"/>
              </a:ext>
            </a:extLst>
          </p:cNvPr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B/f38A7uzhA8zMzADAwP8Af39/AAAAAAAAAAAAAAAAAAAAAAAAAAAAIQAAABgAAAAUAAAA3QYAADQBAAC3MgAASQMAABAgAAAmAAAACAAAAP//////////"/>
              </a:ext>
            </a:extLst>
          </p:cNvSpPr>
          <p:nvPr/>
        </p:nvSpPr>
        <p:spPr>
          <a:xfrm>
            <a:off x="1115695" y="195580"/>
            <a:ext cx="7128510" cy="33845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algn="ctr">
              <a:defRPr lang="ru-ru"/>
            </a:pPr>
            <a:r>
              <a:rPr lang="ru-ru" sz="1600" b="1" cap="none" dirty="0"/>
              <a:t>ПРОЦЕСС «ПОДГОТОВКА И СДАЧА В АРХИВ ЛИЧНОГО ДЕЛА СТУДЕНТА»</a:t>
            </a:r>
          </a:p>
        </p:txBody>
      </p:sp>
      <p:sp>
        <p:nvSpPr>
          <p:cNvPr id="5" name="TextBox 9">
            <a:extLst>
              <a:ext uri="{FF2B5EF4-FFF2-40B4-BE49-F238E27FC236}">
                <a16:creationId xmlns:a16="http://schemas.microsoft.com/office/drawing/2014/main" id="{A95B367B-0C24-2F36-5DC0-53CF7DAAB659}"/>
              </a:ext>
            </a:extLst>
          </p:cNvPr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B/f38A7uzhA8zMzADAwP8Af39/AAAAAAAAAAAAAAAAAAAAAAAAAAAAIQAAABgAAAAUAAAA3QYAADQBAAC3MgAASQMAABAgAAAmAAAACAAAAP//////////"/>
              </a:ext>
            </a:extLst>
          </p:cNvSpPr>
          <p:nvPr/>
        </p:nvSpPr>
        <p:spPr>
          <a:xfrm>
            <a:off x="1199515" y="534035"/>
            <a:ext cx="7128510" cy="33845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algn="ctr">
              <a:defRPr lang="ru-ru"/>
            </a:pPr>
            <a:r>
              <a:rPr lang="ru-RU" sz="1600" b="1" cap="none" dirty="0"/>
              <a:t>ЭФФЕКТ ОТ ОПТИМИЗАЦИИ</a:t>
            </a:r>
            <a:endParaRPr lang="ru-ru" sz="1600" b="1" cap="none" dirty="0"/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03F54566-8F03-9032-814C-2E93CB2CA62E}"/>
              </a:ext>
            </a:extLst>
          </p:cNvPr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B/f38A7uzhA8zMzADAwP8Af39/AAAAAAAAAAAAAAAAAAAAAAAAAAAAIQAAABgAAAAUAAAA3QYAADQBAAC3MgAASQMAABAgAAAmAAAACAAAAP//////////"/>
              </a:ext>
            </a:extLst>
          </p:cNvSpPr>
          <p:nvPr/>
        </p:nvSpPr>
        <p:spPr>
          <a:xfrm>
            <a:off x="768985" y="890465"/>
            <a:ext cx="7989570" cy="413746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>
              <a:defRPr lang="ru-ru"/>
            </a:pPr>
            <a:endParaRPr lang="ru-RU" sz="1400" dirty="0"/>
          </a:p>
          <a:p>
            <a:pPr>
              <a:defRPr lang="ru-ru"/>
            </a:pPr>
            <a:r>
              <a:rPr lang="ru-RU" sz="1400" cap="none" dirty="0"/>
              <a:t>После внедрения предложений по оптимизации время цикла на одно дело будет составлять 135 сек. </a:t>
            </a:r>
            <a:r>
              <a:rPr lang="ru-RU" sz="1400" dirty="0"/>
              <a:t>Таким образом дела 8200 выпускников можно будет обработать за:</a:t>
            </a:r>
          </a:p>
          <a:p>
            <a:pPr>
              <a:defRPr lang="ru-ru"/>
            </a:pPr>
            <a:endParaRPr lang="ru-RU" sz="1400" cap="none" dirty="0"/>
          </a:p>
          <a:p>
            <a:pPr>
              <a:defRPr lang="ru-ru"/>
            </a:pPr>
            <a:r>
              <a:rPr lang="ru-RU" sz="1400" dirty="0"/>
              <a:t>8200 ст. * 135 сек. = 1 107 000 сек. = 185 дней</a:t>
            </a:r>
          </a:p>
          <a:p>
            <a:pPr>
              <a:defRPr lang="ru-ru"/>
            </a:pPr>
            <a:endParaRPr lang="ru-RU" sz="1400" cap="none" dirty="0"/>
          </a:p>
          <a:p>
            <a:pPr>
              <a:defRPr lang="ru-ru"/>
            </a:pPr>
            <a:r>
              <a:rPr lang="ru-RU" sz="1400" dirty="0"/>
              <a:t>Время на обработку дел сократится на 247 – 185 = 62 дня.</a:t>
            </a:r>
          </a:p>
          <a:p>
            <a:pPr>
              <a:defRPr lang="ru-ru"/>
            </a:pPr>
            <a:endParaRPr lang="ru-RU" sz="1400" cap="none" dirty="0"/>
          </a:p>
          <a:p>
            <a:pPr>
              <a:defRPr lang="ru-ru"/>
            </a:pPr>
            <a:r>
              <a:rPr lang="ru-RU" sz="1400" dirty="0"/>
              <a:t>Таким образом, у сотрудника высвободится время на выполнение остальных должностных обязанностей.</a:t>
            </a:r>
            <a:endParaRPr lang="ru-RU" sz="1400" cap="none" dirty="0"/>
          </a:p>
        </p:txBody>
      </p:sp>
    </p:spTree>
    <p:extLst>
      <p:ext uri="{BB962C8B-B14F-4D97-AF65-F5344CB8AC3E}">
        <p14:creationId xmlns:p14="http://schemas.microsoft.com/office/powerpoint/2010/main" val="1410248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MSShafigullin\Desktop\2020\Презентация КФУ\kfu_logo_circle_rus.png"/>
          <p:cNvPicPr>
            <a:picLocks noChangeAspect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7_fXcNaB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O7s4QPMzMwAwMD/AH9/fwAAAAAAAAAAAAAAAAD///8AAAAAACEAAAAYAAAAFAAAANgAAAD/AAAAPwQAAFIE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161925"/>
            <a:ext cx="553085" cy="54038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Номер слайда 8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ICAv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UCgAAFQdAABwNQAAAx8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ru-ru"/>
            </a:pPr>
            <a:r>
              <a:t>10</a:t>
            </a:r>
          </a:p>
        </p:txBody>
      </p:sp>
      <p:sp>
        <p:nvSpPr>
          <p:cNvPr id="4" name="Прямоугольник1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B/f38A7uzhA8zMzADAwP8Af39/AAAAAAAAAAAAAAAAAAAAAAAAAAAAIQAAABgAAAAUAAAA6QYAAFMBAADDMgAAaAMAABAgAAAmAAAACAAAAP//////////"/>
              </a:ext>
            </a:extLst>
          </p:cNvSpPr>
          <p:nvPr/>
        </p:nvSpPr>
        <p:spPr>
          <a:xfrm>
            <a:off x="1123315" y="215265"/>
            <a:ext cx="7128510" cy="33845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algn="ctr">
              <a:defRPr lang="ru-ru"/>
            </a:pPr>
            <a:r>
              <a:rPr lang="ru-ru" sz="1600" b="1" cap="none" dirty="0"/>
              <a:t>ПРОЦЕСС «ОБРАБОТКА ЗАПРОСОВ ОТ ГОСУДАРСТВЕННЫХ ВЕДОМСТВ»</a:t>
            </a:r>
          </a:p>
        </p:txBody>
      </p:sp>
      <p:pic>
        <p:nvPicPr>
          <p:cNvPr id="5" name="Изображение1"/>
          <p:cNvPicPr>
            <a:picLocks noChangeAspect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7_fXcNaBMAAAAlAAAAEQAAAC8B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AcAAAA4AAAAAAAAAAAAAAAAAAAA////AAAAAAAAAAAAQAAAAFwAAAAXAAAAJAAAAAAAAABkAAAAZAAAAAAAAAAjAAAABAAAAGQAAAAXAAAAFAAAAAAAAAAAAAAA/38AAP9/AAAAAAAACQAAAAQAAACjAwQ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O7s4QPMzMwAwMD/AH9/fwAAAAAAAAAAAAAAAAD///8AAAAAACEAAAAYAAAAFAAAAIQEAADJAwAApTMAAJMdAAAAAAAAJgAAAAgAAAD//////////w=="/>
              </a:ext>
            </a:extLst>
          </p:cNvPicPr>
          <p:nvPr/>
        </p:nvPicPr>
        <p:blipFill>
          <a:blip r:embed="rId4"/>
          <a:srcRect l="640" t="920" r="230" b="360"/>
          <a:stretch>
            <a:fillRect/>
          </a:stretch>
        </p:blipFill>
        <p:spPr>
          <a:xfrm>
            <a:off x="734060" y="615315"/>
            <a:ext cx="7661275" cy="419227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MSShafigullin\Desktop\2020\Презентация КФУ\kfu_logo_circle_rus.png"/>
          <p:cNvPicPr>
            <a:picLocks noChangeAspect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7_fXcNaB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AcAAAA4AAAAAAAAAAAAAAAAAAAA////AAAAAAAAAAAAAAAAAAAAAAAAAAAAAAAAAAAAAABkAAAAZAAAAAAAAAAjAAAABAAAAGQAAAAXAAAAFAAAAAAAAAAAAAAA/38AAP9/AAAAAAAACQAAAAQAAACjAwQ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O7s4QPMzMwAwMD/AH9/fwAAAAAAAAAAAAAAAAD///8AAAAAACEAAAAYAAAAFAAAANgAAAD/AAAAPwQAAFIE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161925"/>
            <a:ext cx="553085" cy="54038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Номер слайда 8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UCgAAFQdAABwNQAAAx8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ru-ru"/>
            </a:pPr>
            <a:r>
              <a:t>11</a:t>
            </a:r>
          </a:p>
        </p:txBody>
      </p:sp>
      <p:sp>
        <p:nvSpPr>
          <p:cNvPr id="4" name="Прямоугольник1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B/f38A7uzhA8zMzADAwP8Af39/AAAAAAAAAAAAAAAAAAAAAAAAAAAAIQAAABgAAAAUAAAA6QYAAFMBAADDMgAAaAMAABAgAAAmAAAACAAAAP//////////"/>
              </a:ext>
            </a:extLst>
          </p:cNvSpPr>
          <p:nvPr/>
        </p:nvSpPr>
        <p:spPr>
          <a:xfrm>
            <a:off x="1123315" y="215265"/>
            <a:ext cx="7128510" cy="33845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algn="ctr">
              <a:defRPr lang="ru-ru"/>
            </a:pPr>
            <a:r>
              <a:rPr lang="ru-ru" sz="1600" b="1" cap="none"/>
              <a:t>ПРОЦЕСС «ОБРАБОТКА ЗАПРОСОВ ОТ ГОСУДАРСТВЕННЫХ ВЕДОМСТВ»</a:t>
            </a:r>
          </a:p>
        </p:txBody>
      </p:sp>
      <p:pic>
        <p:nvPicPr>
          <p:cNvPr id="5" name="Изображение1"/>
          <p:cNvPicPr>
            <a:picLocks noChangeAspect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7_fXcNaBMAAAAlAAAAEQAAAC8B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AcAAAA4AAAAAAAAAAAAAAAAAAAA////AAAAAAAAAAAAAAAAAAAAAAAAAAAAAAAAAAAAAABkAAAAZAAAAAAAAAAjAAAABAAAAGQAAAAXAAAAFAAAAAAAAAAAAAAA/38AAP9/AAAAAAAACQAAAAQAAACjAwQ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O7s4QPMzMwAwMD/AH9/fwAAAAAAAAAAAAAAAAD///8AAAAAACEAAAAYAAAAFAAAAMQBAAANBwAA9zYAAKEVAAAQAAAAJgAAAAgAAAD//////////w=="/>
              </a:ext>
            </a:extLst>
          </p:cNvPicPr>
          <p:nvPr/>
        </p:nvPicPr>
        <p:blipFill>
          <a:blip r:embed="rId4"/>
          <a:stretch>
            <a:fillRect/>
          </a:stretch>
        </p:blipFill>
        <p:spPr>
          <a:xfrm>
            <a:off x="287020" y="1146175"/>
            <a:ext cx="8648065" cy="236982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6" name="Текстовое поле1"/>
          <p:cNvSpPr txBox="1"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EgAAAA8B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LgYAAGUXAABVEAAAIh0AABAAAAAmAAAACAAAAP//////////"/>
              </a:ext>
            </a:extLst>
          </p:cNvSpPr>
          <p:nvPr/>
        </p:nvSpPr>
        <p:spPr>
          <a:xfrm>
            <a:off x="1004570" y="3803015"/>
            <a:ext cx="1650365" cy="93281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t"/>
          <a:lstStyle/>
          <a:p>
            <a:pPr marL="0" marR="0" indent="0" algn="just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1100" cap="none">
                <a:solidFill>
                  <a:srgbClr val="000000"/>
                </a:solidFill>
                <a:latin typeface="Times New Roman" pitchFamily="1" charset="-52"/>
                <a:ea typeface="Times New Roman" pitchFamily="1" charset="-52"/>
                <a:cs typeface="Times New Roman" pitchFamily="1" charset="-52"/>
              </a:defRPr>
            </a:pPr>
            <a:r>
              <a:rPr lang="ru-ru" b="1" cap="none"/>
              <a:t>Выявленные потери:</a:t>
            </a:r>
          </a:p>
          <a:p>
            <a:pPr marL="0" marR="0" indent="0" algn="just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1100" cap="none">
                <a:solidFill>
                  <a:srgbClr val="000000"/>
                </a:solidFill>
                <a:latin typeface="Times New Roman" pitchFamily="1" charset="-52"/>
                <a:ea typeface="Times New Roman" pitchFamily="1" charset="-52"/>
                <a:cs typeface="Times New Roman" pitchFamily="1" charset="-52"/>
              </a:defRPr>
            </a:pPr>
            <a:r>
              <a:t> </a:t>
            </a:r>
          </a:p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1100" cap="none">
                <a:solidFill>
                  <a:srgbClr val="FF0000"/>
                </a:solidFill>
                <a:latin typeface="Times New Roman" pitchFamily="1" charset="-52"/>
                <a:ea typeface="Times New Roman" pitchFamily="1" charset="-52"/>
                <a:cs typeface="Times New Roman" pitchFamily="1" charset="-52"/>
              </a:defRPr>
            </a:pPr>
            <a:r>
              <a:t>1.Избыточная обработка </a:t>
            </a:r>
          </a:p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1100" cap="none">
                <a:solidFill>
                  <a:srgbClr val="000000"/>
                </a:solidFill>
                <a:latin typeface="Times New Roman" pitchFamily="1" charset="-52"/>
                <a:ea typeface="Times New Roman" pitchFamily="1" charset="-52"/>
                <a:cs typeface="Times New Roman" pitchFamily="1" charset="-52"/>
              </a:defRPr>
            </a:pPr>
            <a:endParaRPr/>
          </a:p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1100" cap="none">
                <a:solidFill>
                  <a:srgbClr val="000000"/>
                </a:solidFill>
                <a:latin typeface="Times New Roman" pitchFamily="1" charset="-52"/>
                <a:ea typeface="Times New Roman" pitchFamily="1" charset="-52"/>
                <a:cs typeface="Times New Roman" pitchFamily="1" charset="-52"/>
              </a:defRPr>
            </a:pPr>
            <a:r>
              <a:rPr lang="ru-ru" cap="none">
                <a:solidFill>
                  <a:srgbClr val="FF0000"/>
                </a:solidFill>
              </a:rPr>
              <a:t>2.Перепроизводство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MSShafigullin\Desktop\2020\Презентация КФУ\kfu_logo_circle_rus.png"/>
          <p:cNvPicPr>
            <a:picLocks noChangeAspect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7_fXcNaB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AcAAAA4AAAAAAAAAAAAAAAAAAAA////AAAAAAAAAAAAAAAAAAAAAAAAAAAAAAAAAAAAAABkAAAAZAAAAAAAAAAjAAAABAAAAGQAAAAXAAAAFAAAAAAAAAAAAAAA/38AAP9/AAAAAAAACQAAAAQAAACjAwQ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O7s4QPMzMwAwMD/AH9/fwAAAAAAAAAAAAAAAAD///8AAAAAACEAAAAYAAAAFAAAANgAAAD/AAAAPwQAAFIE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161925"/>
            <a:ext cx="553085" cy="54038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Номер слайда 8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UCgAAFQdAABwNQAAAx8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ru-ru"/>
            </a:pPr>
            <a:r>
              <a:t>11</a:t>
            </a:r>
          </a:p>
        </p:txBody>
      </p:sp>
      <p:sp>
        <p:nvSpPr>
          <p:cNvPr id="4" name="Прямоугольник1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B/f38A7uzhA8zMzADAwP8Af39/AAAAAAAAAAAAAAAAAAAAAAAAAAAAIQAAABgAAAAUAAAA6QYAAFMBAADDMgAAaAMAABAgAAAmAAAACAAAAP//////////"/>
              </a:ext>
            </a:extLst>
          </p:cNvSpPr>
          <p:nvPr/>
        </p:nvSpPr>
        <p:spPr>
          <a:xfrm>
            <a:off x="1123315" y="215265"/>
            <a:ext cx="7128510" cy="33845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algn="ctr">
              <a:defRPr lang="ru-ru"/>
            </a:pPr>
            <a:r>
              <a:rPr lang="ru-ru" sz="1600" b="1" cap="none"/>
              <a:t>ПРОЦЕСС «ОБРАБОТКА ЗАПРОСОВ ОТ ГОСУДАРСТВЕННЫХ ВЕДОМСТВ»</a:t>
            </a:r>
          </a:p>
        </p:txBody>
      </p:sp>
      <p:sp>
        <p:nvSpPr>
          <p:cNvPr id="5" name="Текстовое поле2"/>
          <p:cNvSpPr txBox="1"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EgAAAA8B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5h4AAPIHAAC8NgAAzxsAABAAAAAmAAAACAAAAP//////////"/>
              </a:ext>
            </a:extLst>
          </p:cNvSpPr>
          <p:nvPr/>
        </p:nvSpPr>
        <p:spPr>
          <a:xfrm>
            <a:off x="5022850" y="1291590"/>
            <a:ext cx="3874770" cy="32289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t"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1100" cap="none">
                <a:solidFill>
                  <a:srgbClr val="000000"/>
                </a:solidFill>
                <a:latin typeface="Times New Roman" pitchFamily="1" charset="-52"/>
                <a:ea typeface="Times New Roman" pitchFamily="1" charset="-52"/>
                <a:cs typeface="Times New Roman" pitchFamily="1" charset="-52"/>
              </a:defRPr>
            </a:pPr>
            <a:r>
              <a:rPr lang="ru-ru" cap="none">
                <a:solidFill>
                  <a:srgbClr val="FF0000"/>
                </a:solidFill>
              </a:rPr>
              <a:t>2.Перепроизводство </a:t>
            </a:r>
          </a:p>
          <a:p>
            <a:pPr marL="0" marR="0" indent="0" algn="just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1100" b="1" u="sng" cap="none">
                <a:solidFill>
                  <a:srgbClr val="000000"/>
                </a:solidFill>
                <a:latin typeface="Times New Roman" pitchFamily="1" charset="-52"/>
                <a:ea typeface="Times New Roman" pitchFamily="1" charset="-52"/>
                <a:cs typeface="Times New Roman" pitchFamily="1" charset="-52"/>
              </a:defRPr>
            </a:pPr>
            <a:r>
              <a:t>1. Почему сотрудник исправляет документы?</a:t>
            </a:r>
          </a:p>
          <a:p>
            <a:pPr marL="0" marR="0" indent="0" algn="just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1100" cap="none">
                <a:solidFill>
                  <a:srgbClr val="000000"/>
                </a:solidFill>
                <a:latin typeface="Times New Roman" pitchFamily="1" charset="-52"/>
                <a:ea typeface="Times New Roman" pitchFamily="1" charset="-52"/>
                <a:cs typeface="Times New Roman" pitchFamily="1" charset="-52"/>
              </a:defRPr>
            </a:pPr>
            <a:r>
              <a:t>Потому что документ содержит ошибки</a:t>
            </a:r>
          </a:p>
          <a:p>
            <a:pPr marL="0" marR="0" indent="0" algn="just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1100" b="1" u="sng" cap="none">
                <a:solidFill>
                  <a:srgbClr val="000000"/>
                </a:solidFill>
                <a:latin typeface="Times New Roman" pitchFamily="1" charset="-52"/>
                <a:ea typeface="Times New Roman" pitchFamily="1" charset="-52"/>
                <a:cs typeface="Times New Roman" pitchFamily="1" charset="-52"/>
              </a:defRPr>
            </a:pPr>
            <a:r>
              <a:t>2. Почему ?</a:t>
            </a:r>
          </a:p>
          <a:p>
            <a:pPr marL="0" marR="0" indent="0" algn="just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1100" cap="none">
                <a:solidFill>
                  <a:srgbClr val="000000"/>
                </a:solidFill>
                <a:latin typeface="Times New Roman" pitchFamily="1" charset="-52"/>
                <a:ea typeface="Times New Roman" pitchFamily="1" charset="-52"/>
                <a:cs typeface="Times New Roman" pitchFamily="1" charset="-52"/>
              </a:defRPr>
            </a:pPr>
            <a:r>
              <a:t>Потому что сотрудник при редактировании вводил данные по памяти</a:t>
            </a:r>
          </a:p>
          <a:p>
            <a:pPr marL="0" marR="0" indent="0" algn="just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1100" b="1" cap="none">
                <a:solidFill>
                  <a:srgbClr val="000000"/>
                </a:solidFill>
                <a:latin typeface="Times New Roman" pitchFamily="1" charset="-52"/>
                <a:ea typeface="Times New Roman" pitchFamily="1" charset="-52"/>
                <a:cs typeface="Times New Roman" pitchFamily="1" charset="-52"/>
              </a:defRPr>
            </a:pPr>
            <a:r>
              <a:rPr lang="ru-ru" u="sng"/>
              <a:t>3. Почему ?</a:t>
            </a:r>
          </a:p>
          <a:p>
            <a:pPr marL="0" marR="0" indent="0" algn="just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1100" cap="none">
                <a:solidFill>
                  <a:srgbClr val="000000"/>
                </a:solidFill>
                <a:latin typeface="Times New Roman" pitchFamily="1" charset="-52"/>
                <a:ea typeface="Times New Roman" pitchFamily="1" charset="-52"/>
                <a:cs typeface="Times New Roman" pitchFamily="1" charset="-52"/>
              </a:defRPr>
            </a:pPr>
            <a:r>
              <a:t>Потому что заготовки со сроками обучения отдельных направлений не было под рукой</a:t>
            </a:r>
          </a:p>
          <a:p>
            <a:pPr marL="0" marR="0" indent="0" algn="just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1100" b="1" u="sng" cap="none">
                <a:solidFill>
                  <a:srgbClr val="000000"/>
                </a:solidFill>
                <a:latin typeface="Times New Roman" pitchFamily="1" charset="-52"/>
                <a:ea typeface="Times New Roman" pitchFamily="1" charset="-52"/>
                <a:cs typeface="Times New Roman" pitchFamily="1" charset="-52"/>
              </a:defRPr>
            </a:pPr>
            <a:r>
              <a:t>4. Почему ?</a:t>
            </a:r>
          </a:p>
          <a:p>
            <a:pPr marL="0" marR="0" indent="0" algn="just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1100" cap="none">
                <a:solidFill>
                  <a:srgbClr val="000000"/>
                </a:solidFill>
                <a:latin typeface="Times New Roman" pitchFamily="1" charset="-52"/>
                <a:ea typeface="Times New Roman" pitchFamily="1" charset="-52"/>
                <a:cs typeface="Times New Roman" pitchFamily="1" charset="-52"/>
              </a:defRPr>
            </a:pPr>
            <a:r>
              <a:t>Потому что не подготовил заранее</a:t>
            </a:r>
          </a:p>
          <a:p>
            <a:pPr marL="0" marR="0" indent="0" algn="just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1100" b="1" u="sng" cap="none">
                <a:solidFill>
                  <a:srgbClr val="000000"/>
                </a:solidFill>
                <a:latin typeface="Times New Roman" pitchFamily="1" charset="-52"/>
                <a:ea typeface="Times New Roman" pitchFamily="1" charset="-52"/>
                <a:cs typeface="Times New Roman" pitchFamily="1" charset="-52"/>
              </a:defRPr>
            </a:pPr>
            <a:r>
              <a:t>5. Почему ?</a:t>
            </a:r>
          </a:p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1100" cap="none">
                <a:solidFill>
                  <a:srgbClr val="000000"/>
                </a:solidFill>
                <a:latin typeface="Times New Roman" pitchFamily="1" charset="-52"/>
                <a:ea typeface="Times New Roman" pitchFamily="1" charset="-52"/>
                <a:cs typeface="Times New Roman" pitchFamily="1" charset="-52"/>
              </a:defRPr>
            </a:pPr>
            <a:r>
              <a:t>Потому что был уверен, что помнит сроки обучения отдельных направлений</a:t>
            </a:r>
          </a:p>
        </p:txBody>
      </p:sp>
      <p:sp>
        <p:nvSpPr>
          <p:cNvPr id="6" name="Текстовое поле3"/>
          <p:cNvSpPr txBox="1"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EgAAAA8B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+QMAAEwFAABFCQAAEAcAABAAAAAmAAAACAAAAP//////////"/>
              </a:ext>
            </a:extLst>
          </p:cNvSpPr>
          <p:nvPr/>
        </p:nvSpPr>
        <p:spPr>
          <a:xfrm>
            <a:off x="645795" y="861060"/>
            <a:ext cx="861060" cy="2870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t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1100" b="1" cap="none">
                <a:latin typeface="Times New Roman" pitchFamily="1" charset="-52"/>
                <a:ea typeface="Times New Roman" pitchFamily="1" charset="-52"/>
                <a:cs typeface="Times New Roman" pitchFamily="1" charset="-52"/>
              </a:defRPr>
            </a:pPr>
            <a:r>
              <a:t>Причины</a:t>
            </a:r>
          </a:p>
        </p:txBody>
      </p:sp>
      <p:sp>
        <p:nvSpPr>
          <p:cNvPr id="7" name="Текстовое поле5"/>
          <p:cNvSpPr txBox="1"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EgAAAA8B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xAEAAPIHAADPGwAAdR4AABAAAAAmAAAACAAAAP//////////"/>
              </a:ext>
            </a:extLst>
          </p:cNvSpPr>
          <p:nvPr/>
        </p:nvSpPr>
        <p:spPr>
          <a:xfrm>
            <a:off x="287020" y="1291590"/>
            <a:ext cx="4233545" cy="36595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t"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1100" cap="none">
                <a:solidFill>
                  <a:srgbClr val="FF0000"/>
                </a:solidFill>
                <a:latin typeface="Times New Roman" pitchFamily="1" charset="-52"/>
                <a:ea typeface="Times New Roman" pitchFamily="1" charset="-52"/>
                <a:cs typeface="Times New Roman" pitchFamily="1" charset="-52"/>
              </a:defRPr>
            </a:pPr>
            <a:r>
              <a:t>1.Избыточная обработка </a:t>
            </a:r>
          </a:p>
          <a:p>
            <a:pPr marL="0" marR="0" indent="0" algn="just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1100" b="1" u="sng" cap="none">
                <a:solidFill>
                  <a:srgbClr val="000000"/>
                </a:solidFill>
                <a:latin typeface="Times New Roman" pitchFamily="1" charset="-52"/>
                <a:ea typeface="Times New Roman" pitchFamily="1" charset="-52"/>
                <a:cs typeface="Times New Roman" pitchFamily="1" charset="-52"/>
              </a:defRPr>
            </a:pPr>
            <a:r>
              <a:t>1. Почему сотрудник тратит много времени на редактирование документа?</a:t>
            </a:r>
          </a:p>
          <a:p>
            <a:pPr marL="0" marR="0" indent="0" algn="just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1100" cap="none">
                <a:solidFill>
                  <a:srgbClr val="000000"/>
                </a:solidFill>
                <a:latin typeface="Times New Roman" pitchFamily="1" charset="-52"/>
                <a:ea typeface="Times New Roman" pitchFamily="1" charset="-52"/>
                <a:cs typeface="Times New Roman" pitchFamily="1" charset="-52"/>
              </a:defRPr>
            </a:pPr>
            <a:r>
              <a:t>Потому что документ требует внесения изменений</a:t>
            </a:r>
          </a:p>
          <a:p>
            <a:pPr marL="0" marR="0" indent="0" algn="just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1100" b="1" u="sng" cap="none">
                <a:solidFill>
                  <a:srgbClr val="000000"/>
                </a:solidFill>
                <a:latin typeface="Times New Roman" pitchFamily="1" charset="-52"/>
                <a:ea typeface="Times New Roman" pitchFamily="1" charset="-52"/>
                <a:cs typeface="Times New Roman" pitchFamily="1" charset="-52"/>
              </a:defRPr>
            </a:pPr>
            <a:r>
              <a:t>2. Почему документ требует внесения изменений?</a:t>
            </a:r>
          </a:p>
          <a:p>
            <a:pPr marL="0" marR="0" indent="0" algn="just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1100" cap="none">
                <a:solidFill>
                  <a:srgbClr val="000000"/>
                </a:solidFill>
                <a:latin typeface="Times New Roman" pitchFamily="1" charset="-52"/>
                <a:ea typeface="Times New Roman" pitchFamily="1" charset="-52"/>
                <a:cs typeface="Times New Roman" pitchFamily="1" charset="-52"/>
              </a:defRPr>
            </a:pPr>
            <a:r>
              <a:t>Потому что:</a:t>
            </a:r>
          </a:p>
          <a:p>
            <a:pPr marL="0" marR="0" indent="0" algn="just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1100" cap="none">
                <a:solidFill>
                  <a:srgbClr val="000000"/>
                </a:solidFill>
                <a:latin typeface="Times New Roman" pitchFamily="1" charset="-52"/>
                <a:ea typeface="Times New Roman" pitchFamily="1" charset="-52"/>
                <a:cs typeface="Times New Roman" pitchFamily="1" charset="-52"/>
              </a:defRPr>
            </a:pPr>
            <a:r>
              <a:t>1)данные, которые загружаются из системы содержат ошибки, неполные сведения; </a:t>
            </a:r>
          </a:p>
          <a:p>
            <a:pPr marL="0" marR="0" indent="0" algn="just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1100" cap="none">
                <a:solidFill>
                  <a:srgbClr val="000000"/>
                </a:solidFill>
                <a:latin typeface="Times New Roman" pitchFamily="1" charset="-52"/>
                <a:ea typeface="Times New Roman" pitchFamily="1" charset="-52"/>
                <a:cs typeface="Times New Roman" pitchFamily="1" charset="-52"/>
              </a:defRPr>
            </a:pPr>
            <a:r>
              <a:t>2)система экспортирует данные без применения единых стилей форматирования (текст имеет разный формат выравнивания)</a:t>
            </a:r>
          </a:p>
          <a:p>
            <a:pPr marL="0" marR="0" indent="0" algn="just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1100" b="1" cap="none">
                <a:solidFill>
                  <a:srgbClr val="000000"/>
                </a:solidFill>
                <a:latin typeface="Times New Roman" pitchFamily="1" charset="-52"/>
                <a:ea typeface="Times New Roman" pitchFamily="1" charset="-52"/>
                <a:cs typeface="Times New Roman" pitchFamily="1" charset="-52"/>
              </a:defRPr>
            </a:pPr>
            <a:r>
              <a:rPr lang="ru-ru" u="sng"/>
              <a:t>3. Почему ?</a:t>
            </a:r>
          </a:p>
          <a:p>
            <a:pPr marL="0" marR="0" indent="0" algn="just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1100" cap="none">
                <a:solidFill>
                  <a:srgbClr val="000000"/>
                </a:solidFill>
                <a:latin typeface="Times New Roman" pitchFamily="1" charset="-52"/>
                <a:ea typeface="Times New Roman" pitchFamily="1" charset="-52"/>
                <a:cs typeface="Times New Roman" pitchFamily="1" charset="-52"/>
              </a:defRPr>
            </a:pPr>
            <a:r>
              <a:t>Потому что:</a:t>
            </a:r>
          </a:p>
          <a:p>
            <a:pPr marL="0" marR="0" indent="0" algn="just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1100" cap="none">
                <a:solidFill>
                  <a:srgbClr val="000000"/>
                </a:solidFill>
                <a:latin typeface="Times New Roman" pitchFamily="1" charset="-52"/>
                <a:ea typeface="Times New Roman" pitchFamily="1" charset="-52"/>
                <a:cs typeface="Times New Roman" pitchFamily="1" charset="-52"/>
              </a:defRPr>
            </a:pPr>
            <a:r>
              <a:t>1)система автоматически принимает время обучения за 4 года и не учитывает академ. отпуск, декрет</a:t>
            </a:r>
          </a:p>
          <a:p>
            <a:pPr marL="0" marR="0" indent="0" algn="just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1100" cap="none">
                <a:solidFill>
                  <a:srgbClr val="000000"/>
                </a:solidFill>
                <a:latin typeface="Times New Roman" pitchFamily="1" charset="-52"/>
                <a:ea typeface="Times New Roman" pitchFamily="1" charset="-52"/>
                <a:cs typeface="Times New Roman" pitchFamily="1" charset="-52"/>
              </a:defRPr>
            </a:pPr>
            <a:r>
              <a:t>2)программисты не реализовали функцию автоматического форматирования текста</a:t>
            </a:r>
          </a:p>
          <a:p>
            <a:pPr marL="0" marR="0" indent="0" algn="just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1100" b="1" u="sng" cap="none">
                <a:solidFill>
                  <a:srgbClr val="000000"/>
                </a:solidFill>
                <a:latin typeface="Times New Roman" pitchFamily="1" charset="-52"/>
                <a:ea typeface="Times New Roman" pitchFamily="1" charset="-52"/>
                <a:cs typeface="Times New Roman" pitchFamily="1" charset="-52"/>
              </a:defRPr>
            </a:pPr>
            <a:r>
              <a:t>4. Почему ?</a:t>
            </a:r>
          </a:p>
          <a:p>
            <a:pPr marL="0" marR="0" indent="0" algn="just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1100" cap="none">
                <a:solidFill>
                  <a:srgbClr val="000000"/>
                </a:solidFill>
                <a:latin typeface="Times New Roman" pitchFamily="1" charset="-52"/>
                <a:ea typeface="Times New Roman" pitchFamily="1" charset="-52"/>
                <a:cs typeface="Times New Roman" pitchFamily="1" charset="-52"/>
              </a:defRPr>
            </a:pPr>
            <a:r>
              <a:t>Возможно для программистов не было соответствующего ТЗ </a:t>
            </a:r>
          </a:p>
          <a:p>
            <a:pPr marL="0" marR="0" indent="0" algn="just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1100" b="1" u="sng" cap="none">
                <a:solidFill>
                  <a:srgbClr val="000000"/>
                </a:solidFill>
                <a:latin typeface="Times New Roman" pitchFamily="1" charset="-52"/>
                <a:ea typeface="Times New Roman" pitchFamily="1" charset="-52"/>
                <a:cs typeface="Times New Roman" pitchFamily="1" charset="-52"/>
              </a:defRPr>
            </a:pPr>
            <a:r>
              <a:t>5. Почему ?</a:t>
            </a:r>
          </a:p>
          <a:p>
            <a:pPr marL="0" marR="0" indent="0" algn="just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1100" cap="none">
                <a:solidFill>
                  <a:srgbClr val="000000"/>
                </a:solidFill>
                <a:latin typeface="Times New Roman" pitchFamily="1" charset="-52"/>
                <a:ea typeface="Times New Roman" pitchFamily="1" charset="-52"/>
                <a:cs typeface="Times New Roman" pitchFamily="1" charset="-52"/>
              </a:defRPr>
            </a:pPr>
            <a:r>
              <a:t>Возможно сотрудники не подумали об этом моменте либо сочли ручное редактирование более быстрым и корректным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MSShafigullin\Desktop\2020\Презентация КФУ\kfu_logo_circle_rus.png"/>
          <p:cNvPicPr>
            <a:picLocks noChangeAspect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7_fXcNaB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AcAAAA4AAAAAAAAAAAAAAAAAAAA////AAAAAAAAAAAAAAAAAAAAAAAAAAAAAAAAAAAAAABkAAAAZAAAAAAAAAAjAAAABAAAAGQAAAAXAAAAFAAAAAAAAAAAAAAA/38AAP9/AAAAAAAACQAAAAQAAACjAwQ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O7s4QPMzMwAwMD/AH9/fwAAAAAAAAAAAAAAAAD///8AAAAAACEAAAAYAAAAFAAAANgAAAD/AAAAPwQAAFIE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161925"/>
            <a:ext cx="553085" cy="54038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Номер слайда 8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UCgAAFQdAABwNQAAAx8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ru-ru"/>
            </a:pPr>
            <a:r>
              <a:t>11</a:t>
            </a:r>
          </a:p>
        </p:txBody>
      </p:sp>
      <p:sp>
        <p:nvSpPr>
          <p:cNvPr id="4" name="Прямоугольник1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B/f38A7uzhA8zMzADAwP8Af39/AAAAAAAAAAAAAAAAAAAAAAAAAAAAIQAAABgAAAAUAAAA6QYAAFMBAADDMgAAaAMAABAgAAAmAAAACAAAAP//////////"/>
              </a:ext>
            </a:extLst>
          </p:cNvSpPr>
          <p:nvPr/>
        </p:nvSpPr>
        <p:spPr>
          <a:xfrm>
            <a:off x="1123315" y="215265"/>
            <a:ext cx="7128510" cy="33845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algn="ctr">
              <a:defRPr lang="ru-ru"/>
            </a:pPr>
            <a:r>
              <a:rPr lang="ru-ru" sz="1600" b="1" cap="none"/>
              <a:t>ПРОЦЕСС «ОБРАБОТКА ЗАПРОСОВ ОТ ГОСУДАРСТВЕННЫХ ВЕДОМСТВ»</a:t>
            </a:r>
          </a:p>
        </p:txBody>
      </p:sp>
      <p:pic>
        <p:nvPicPr>
          <p:cNvPr id="5" name="Изображение1"/>
          <p:cNvPicPr>
            <a:picLocks noChangeAspect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7_fXcNaBMAAAAlAAAAEQAAAC8B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AcAAAA4AAAAAAAAAAAAAAAAAAAA////AAAAAAAAAAAAHgAAAEQBAAAAAAAAAAAAAAAAAABkAAAAZAAAAAAAAAAjAAAABAAAAGQAAAAXAAAAFAAAAAAAAAAAAAAA/38AAP9/AAAAAAAACQAAAAQAAACjAwQ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O7s4QPMzMwAwMD/AH9/fwAAAAAAAAAAAAAAAAD///8AAAAAACEAAAAYAAAAFAAAAHsDAADbBAAA2jUAACkcAAAQAAAAJgAAAAgAAAD//////////w=="/>
              </a:ext>
            </a:extLst>
          </p:cNvPicPr>
          <p:nvPr/>
        </p:nvPicPr>
        <p:blipFill>
          <a:blip r:embed="rId4"/>
          <a:srcRect l="300" t="3240"/>
          <a:stretch>
            <a:fillRect/>
          </a:stretch>
        </p:blipFill>
        <p:spPr>
          <a:xfrm>
            <a:off x="565785" y="789305"/>
            <a:ext cx="8188325" cy="378841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MSShafigullin\Desktop\2020\Презентация КФУ\kfu_logo_circle_rus.png"/>
          <p:cNvPicPr>
            <a:picLocks noChangeAspect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7_fXcNaB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AcAAAA4AAAAAAAAAAAAAAAAAAAA////AAAAAAAAAAAAAAAAAAAAAAAAAAAAAAAAAAAAAABkAAAAZAAAAAAAAAAjAAAABAAAAGQAAAAXAAAAFAAAAAAAAAAAAAAA/38AAP9/AAAAAAAACQAAAAQAAACjAwQ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O7s4QPMzMwAwMD/AH9/fwAAAAAAAAAAAAAAAAD///8AAAAAACEAAAAYAAAAFAAAANgAAAD/AAAAPwQAAFIE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161925"/>
            <a:ext cx="553085" cy="54038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Номер слайда 8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UCgAAFQdAABwNQAAAx8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ru-ru"/>
            </a:pPr>
            <a:r>
              <a:t>11</a:t>
            </a:r>
          </a:p>
        </p:txBody>
      </p:sp>
      <p:sp>
        <p:nvSpPr>
          <p:cNvPr id="4" name="Прямоугольник1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B/f38A7uzhA8zMzADAwP8Af39/AAAAAAAAAAAAAAAAAAAAAAAAAAAAIQAAABgAAAAUAAAA6QYAAFMBAADDMgAAYwMAAAAgAAAmAAAACAAAAP//////////"/>
              </a:ext>
            </a:extLst>
          </p:cNvSpPr>
          <p:nvPr/>
        </p:nvSpPr>
        <p:spPr>
          <a:xfrm>
            <a:off x="1123315" y="215265"/>
            <a:ext cx="7128510" cy="3352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algn="ctr">
              <a:defRPr lang="ru-ru"/>
            </a:pPr>
            <a:r>
              <a:rPr lang="ru-ru" sz="1600" b="1" cap="none"/>
              <a:t>ПРОЦЕСС «ОБРАБОТКА ЗАПРОСОВ ОТ ГОСУДАРСТВЕННЫХ ВЕДОМСТВ»</a:t>
            </a:r>
          </a:p>
        </p:txBody>
      </p:sp>
      <p:pic>
        <p:nvPicPr>
          <p:cNvPr id="5" name="Изображение1"/>
          <p:cNvPicPr>
            <a:picLocks noChangeAspect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7_fXcNaBMAAAAlAAAAEQAAAC8B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AcAAAA4AAAAAAAAAAAAAAAAAAAA////AAAAAAAAAAAAMgAAAIcAAABLAAAARAAAAAAAAABkAAAAZAAAAAAAAAAjAAAABAAAAGQAAAAXAAAAFAAAAAAAAAAAAAAA/38AAP9/AAAAAAAACQAAAAQAAACjAwQ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O7s4QPMzMwAwMD/AH9/fwAAAAAAAAAAAAAAAAD///8AAAAAACEAAAAYAAAAFAAAAP3////uBgAAQDgAANcbAAAAAAAAJgAAAAgAAAD//////////w=="/>
              </a:ext>
            </a:extLst>
          </p:cNvPicPr>
          <p:nvPr/>
        </p:nvPicPr>
        <p:blipFill>
          <a:blip r:embed="rId4"/>
          <a:srcRect l="500" t="1350" r="750" b="680"/>
          <a:stretch>
            <a:fillRect/>
          </a:stretch>
        </p:blipFill>
        <p:spPr>
          <a:xfrm>
            <a:off x="-1905" y="1126490"/>
            <a:ext cx="9145905" cy="3399155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MSShafigullin\Desktop\2020\Презентация КФУ\kfu_logo_circle_rus.png"/>
          <p:cNvPicPr>
            <a:picLocks noChangeAspect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7_fXcNaB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AcAAAA4AAAAAAAAAAAAAAAAAAAA////AAAAAAAAAAAAAAAAAAAAAAAAAAAAAAAAAAAAAABkAAAAZAAAAAAAAAAjAAAABAAAAGQAAAAXAAAAFAAAAAAAAAAAAAAA/38AAP9/AAAAAAAACQAAAAQAAACjAwQ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O7s4QPMzMwAwMD/AH9/fwAAAAAAAAAAAAAAAAD///8AAAAAACEAAAAYAAAAFAAAANgAAAD/AAAAPwQAAFIE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161925"/>
            <a:ext cx="553085" cy="54038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Номер слайда 8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UCgAAFQdAABwNQAAAx8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ru-ru"/>
            </a:pPr>
            <a:r>
              <a:t>11</a:t>
            </a:r>
          </a:p>
        </p:txBody>
      </p:sp>
      <p:sp>
        <p:nvSpPr>
          <p:cNvPr id="4" name="Прямоугольник1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B/f38A7uzhA8zMzADAwP8Af39/AAAAAAAAAAAAAAAAAAAAAAAAAAAAIQAAABgAAAAUAAAA6QYAAFMBAADDMgAAYwMAAAAgAAAmAAAACAAAAP//////////"/>
              </a:ext>
            </a:extLst>
          </p:cNvSpPr>
          <p:nvPr/>
        </p:nvSpPr>
        <p:spPr>
          <a:xfrm>
            <a:off x="1123315" y="215265"/>
            <a:ext cx="7128510" cy="3352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algn="ctr">
              <a:defRPr lang="ru-ru"/>
            </a:pPr>
            <a:r>
              <a:rPr lang="ru-ru" sz="1600" b="1" cap="none"/>
              <a:t>ПРОЦЕСС «ОБРАБОТКА ЗАПРОСОВ ОТ ГОСУДАРСТВЕННЫХ ВЕДОМСТВ»</a:t>
            </a:r>
          </a:p>
        </p:txBody>
      </p:sp>
      <p:pic>
        <p:nvPicPr>
          <p:cNvPr id="5" name="Изображение1"/>
          <p:cNvPicPr>
            <a:picLocks noChangeAspect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7_fXcNaBMAAAAlAAAAEQAAAC8B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AcAAAA4AAAAAAAAAAAAAAAAAAAA////AAAAAAAAAAAAAAAAAAAAAAAAAAAAAAAAAAAAAABkAAAAZAAAAAAAAAAjAAAABAAAAGQAAAAXAAAAFAAAAAAAAAAAAAAA/38AAP9/AAAAAAAACQAAAAQAAACjAwQ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O7s4QPMzMwAwMD/AH9/fwAAAAAAAAAAAAAAAAD///8AAAAAACEAAAAYAAAAFAAAAEwFAABqBAAAtBEAAMcPAAAQAAAAJgAAAAgAAAD//////////w=="/>
              </a:ext>
            </a:extLst>
          </p:cNvPicPr>
          <p:nvPr/>
        </p:nvPicPr>
        <p:blipFill>
          <a:blip r:embed="rId4"/>
          <a:stretch>
            <a:fillRect/>
          </a:stretch>
        </p:blipFill>
        <p:spPr>
          <a:xfrm>
            <a:off x="861060" y="717550"/>
            <a:ext cx="2016760" cy="1847215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6" name="Изображение2"/>
          <p:cNvPicPr>
            <a:picLocks noChangeAspect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7_fXcNaBMAAAAlAAAAEQAAAC8B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AcAAAA4AAAAAAAAAAAAAAAAAAAA////AAAAAAAAAAAAAAAAAAAAAAB4AAAAEAAAAAAAAABkAAAAZAAAAAAAAAAjAAAABAAAAGQAAAAXAAAAFAAAAAAAAAAAAAAA/38AAP9/AAAAAAAACQAAAAQAAACjAwQ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O7s4QPMzMwAwMD/AH9/fwAAAAAAAAAAAAAAAAD///8AAAAAACEAAAAYAAAAFAAAAP0EAAC6DwAAVRAAAD4cAAAQAAAAJgAAAAgAAAD//////////w=="/>
              </a:ext>
            </a:extLst>
          </p:cNvPicPr>
          <p:nvPr/>
        </p:nvPicPr>
        <p:blipFill>
          <a:blip r:embed="rId5"/>
          <a:srcRect r="1200" b="160"/>
          <a:stretch>
            <a:fillRect/>
          </a:stretch>
        </p:blipFill>
        <p:spPr>
          <a:xfrm>
            <a:off x="810895" y="2556510"/>
            <a:ext cx="1844040" cy="203454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7" name="Изображение3"/>
          <p:cNvPicPr>
            <a:picLocks noChangeAspect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7_fXcNaBMAAAAlAAAAEQAAAC8B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AcAAAA4AAAAAAAAAAAAAAAAAAAA////AAAAAAAAAAAAdAQAAMUOAAD9AQAAAAAAAAAAAABkAAAAZAAAAAAAAAAjAAAABAAAAGQAAAAXAAAAFAAAAAAAAAAAAAAA/38AAP9/AAAAAAAACQAAAAQAAACjAwQ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O7s4QPMzMwAwMD/AH9/fwAAAAAAAAAAAAAAAAD///8AAAAAACEAAAAYAAAAFAAAAE8GAAA+HAAA5A8AAFcfAAAQAAAAJgAAAAgAAAD//////////w=="/>
              </a:ext>
            </a:extLst>
          </p:cNvPicPr>
          <p:nvPr/>
        </p:nvPicPr>
        <p:blipFill>
          <a:blip r:embed="rId6"/>
          <a:srcRect l="11400" t="37810" r="5090"/>
          <a:stretch>
            <a:fillRect/>
          </a:stretch>
        </p:blipFill>
        <p:spPr>
          <a:xfrm>
            <a:off x="1025525" y="4591050"/>
            <a:ext cx="1557655" cy="50355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8" name="Текстовое поле1"/>
          <p:cNvSpPr txBox="1"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EgAAAA8B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oRUAAJ8GAAD4NAAAZRcAABAAAAAmAAAACAAAAP//////////"/>
              </a:ext>
            </a:extLst>
          </p:cNvSpPr>
          <p:nvPr/>
        </p:nvSpPr>
        <p:spPr>
          <a:xfrm>
            <a:off x="3515995" y="1076325"/>
            <a:ext cx="5094605" cy="27266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t"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1100" cap="none">
                <a:latin typeface="Times New Roman" pitchFamily="1" charset="-52"/>
                <a:ea typeface="Times New Roman" pitchFamily="1" charset="-52"/>
                <a:cs typeface="Times New Roman" pitchFamily="1" charset="-52"/>
              </a:defRPr>
            </a:pPr>
            <a:r>
              <a:t>Подготовка 1 справки занимает:</a:t>
            </a:r>
          </a:p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1100" cap="none">
                <a:latin typeface="Times New Roman" pitchFamily="1" charset="-52"/>
                <a:ea typeface="Times New Roman" pitchFamily="1" charset="-52"/>
                <a:cs typeface="Times New Roman" pitchFamily="1" charset="-52"/>
              </a:defRPr>
            </a:pPr>
            <a:r>
              <a:t>1) если исправлять год обучения, удалять приказы и указывать причину академа - </a:t>
            </a:r>
            <a:r>
              <a:rPr lang="ru-ru" cap="none">
                <a:solidFill>
                  <a:srgbClr val="00007F"/>
                </a:solidFill>
              </a:rPr>
              <a:t>2 мин 19 сек (или 139 сек)</a:t>
            </a:r>
          </a:p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1100" cap="none">
                <a:latin typeface="Times New Roman" pitchFamily="1" charset="-52"/>
                <a:ea typeface="Times New Roman" pitchFamily="1" charset="-52"/>
                <a:cs typeface="Times New Roman" pitchFamily="1" charset="-52"/>
              </a:defRPr>
            </a:pPr>
            <a:r>
              <a:t>2) если только исправлять год обучения, удалять приказы занимает </a:t>
            </a:r>
            <a:r>
              <a:rPr lang="ru-ru" cap="none">
                <a:solidFill>
                  <a:srgbClr val="00007F"/>
                </a:solidFill>
              </a:rPr>
              <a:t>1 мин 55 сек (или 115 сек)</a:t>
            </a:r>
          </a:p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1100" cap="none">
                <a:latin typeface="Times New Roman" pitchFamily="1" charset="-52"/>
                <a:ea typeface="Times New Roman" pitchFamily="1" charset="-52"/>
                <a:cs typeface="Times New Roman" pitchFamily="1" charset="-52"/>
              </a:defRPr>
            </a:pPr>
            <a:r>
              <a:t>3) если только удалять приказы </a:t>
            </a:r>
            <a:r>
              <a:rPr lang="ru-ru" cap="none">
                <a:solidFill>
                  <a:srgbClr val="00007F"/>
                </a:solidFill>
              </a:rPr>
              <a:t>1 мин 48 сек (или 108 сек)</a:t>
            </a:r>
          </a:p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1100" cap="none">
                <a:latin typeface="Times New Roman" pitchFamily="1" charset="-52"/>
                <a:ea typeface="Times New Roman" pitchFamily="1" charset="-52"/>
                <a:cs typeface="Times New Roman" pitchFamily="1" charset="-52"/>
              </a:defRPr>
            </a:pPr>
            <a:r>
              <a:t>За период наблюдения было 8 справок с неправильным годом окончания обучения (из них 3 справки с академ.отпуском). В 22 справках проставлялся номер, удалялись приказы и редактировался формат текста)</a:t>
            </a:r>
          </a:p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1100" cap="none">
                <a:latin typeface="Times New Roman" pitchFamily="1" charset="-52"/>
                <a:ea typeface="Times New Roman" pitchFamily="1" charset="-52"/>
                <a:cs typeface="Times New Roman" pitchFamily="1" charset="-52"/>
              </a:defRPr>
            </a:pPr>
            <a:endParaRPr/>
          </a:p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1100" cap="none">
                <a:latin typeface="Times New Roman" pitchFamily="1" charset="-52"/>
                <a:ea typeface="Times New Roman" pitchFamily="1" charset="-52"/>
                <a:cs typeface="Times New Roman" pitchFamily="1" charset="-52"/>
              </a:defRPr>
            </a:pPr>
            <a:r>
              <a:t>Итого на подготовку всех справок ушло: 22*108+5*115+3*139=</a:t>
            </a:r>
            <a:r>
              <a:rPr lang="ru-ru" cap="none">
                <a:solidFill>
                  <a:srgbClr val="00007F"/>
                </a:solidFill>
              </a:rPr>
              <a:t>3 368 сек (56 мин  8 сек)</a:t>
            </a:r>
          </a:p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1100" cap="none">
                <a:latin typeface="Times New Roman" pitchFamily="1" charset="-52"/>
                <a:ea typeface="Times New Roman" pitchFamily="1" charset="-52"/>
                <a:cs typeface="Times New Roman" pitchFamily="1" charset="-52"/>
              </a:defRPr>
            </a:pPr>
            <a:endParaRPr lang="ru-ru" cap="none">
              <a:solidFill>
                <a:srgbClr val="00007F"/>
              </a:solidFill>
            </a:endParaRPr>
          </a:p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1100" cap="none">
                <a:latin typeface="Times New Roman" pitchFamily="1" charset="-52"/>
                <a:ea typeface="Times New Roman" pitchFamily="1" charset="-52"/>
                <a:cs typeface="Times New Roman" pitchFamily="1" charset="-52"/>
              </a:defRPr>
            </a:pPr>
            <a:r>
              <a:t>На весь процесс обработки запроса от начала до конца (учитывая подготовку 30 справок) ушло: </a:t>
            </a:r>
            <a:r>
              <a:rPr lang="ru-ru" cap="none">
                <a:solidFill>
                  <a:srgbClr val="00007F"/>
                </a:solidFill>
              </a:rPr>
              <a:t>4 663 сек (1 час 17 мин 43 сек)</a:t>
            </a:r>
          </a:p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1100" b="1" cap="none">
                <a:latin typeface="Times New Roman" pitchFamily="1" charset="-52"/>
                <a:ea typeface="Times New Roman" pitchFamily="1" charset="-52"/>
                <a:cs typeface="Times New Roman" pitchFamily="1" charset="-52"/>
              </a:defRPr>
            </a:pPr>
            <a:r>
              <a:t> </a:t>
            </a:r>
          </a:p>
        </p:txBody>
      </p:sp>
      <p:sp>
        <p:nvSpPr>
          <p:cNvPr id="9" name="Текстовое поле2"/>
          <p:cNvSpPr txBox="1"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EgAAAA8B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NwI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zQwAAGMIAADkDwAARQkAABAAAAAmAAAACAAAAP//////////"/>
              </a:ext>
            </a:extLst>
          </p:cNvSpPr>
          <p:nvPr/>
        </p:nvSpPr>
        <p:spPr>
          <a:xfrm>
            <a:off x="2080895" y="1363345"/>
            <a:ext cx="502285" cy="14351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t"/>
          <a:lstStyle/>
          <a:p>
            <a:pPr algn="l">
              <a:defRPr lang="ru-ru" sz="700" cap="none"/>
            </a:pPr>
            <a:r>
              <a:t>13 сек</a:t>
            </a:r>
          </a:p>
        </p:txBody>
      </p:sp>
      <p:sp>
        <p:nvSpPr>
          <p:cNvPr id="10" name="Текстовое поле3"/>
          <p:cNvSpPr txBox="1"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EgAAAA8B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NwI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zQwAAJEOAADkDwAAcw8AABAAAAAmAAAACAAAAP//////////"/>
              </a:ext>
            </a:extLst>
          </p:cNvSpPr>
          <p:nvPr/>
        </p:nvSpPr>
        <p:spPr>
          <a:xfrm>
            <a:off x="2080895" y="2367915"/>
            <a:ext cx="502285" cy="14351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t"/>
          <a:lstStyle/>
          <a:p>
            <a:pPr algn="l">
              <a:defRPr lang="ru-ru" sz="700" cap="none"/>
            </a:pPr>
            <a:r>
              <a:t>15 сек</a:t>
            </a:r>
          </a:p>
        </p:txBody>
      </p:sp>
      <p:sp>
        <p:nvSpPr>
          <p:cNvPr id="11" name="Текстовое поле4"/>
          <p:cNvSpPr txBox="1"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EgAAAA8B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NwI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qBEAAFwMAABOFAAAPg0AABAAAAAmAAAACAAAAP//////////"/>
              </a:ext>
            </a:extLst>
          </p:cNvSpPr>
          <p:nvPr/>
        </p:nvSpPr>
        <p:spPr>
          <a:xfrm>
            <a:off x="2870200" y="2009140"/>
            <a:ext cx="430530" cy="14351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t"/>
          <a:lstStyle/>
          <a:p>
            <a:pPr algn="l">
              <a:defRPr lang="ru-ru" sz="700" cap="none"/>
            </a:pPr>
            <a:r>
              <a:t>7 сек</a:t>
            </a:r>
          </a:p>
        </p:txBody>
      </p:sp>
      <p:sp>
        <p:nvSpPr>
          <p:cNvPr id="12" name="Текстовое поле5"/>
          <p:cNvSpPr txBox="1"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EgAAAA8B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NwI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4gAAAKEVAACIAwAAgxYAABAAAAAmAAAACAAAAP//////////"/>
              </a:ext>
            </a:extLst>
          </p:cNvSpPr>
          <p:nvPr/>
        </p:nvSpPr>
        <p:spPr>
          <a:xfrm>
            <a:off x="143510" y="3515995"/>
            <a:ext cx="430530" cy="14351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t"/>
          <a:lstStyle/>
          <a:p>
            <a:pPr algn="l">
              <a:defRPr lang="ru-ru" sz="700" cap="none"/>
            </a:pPr>
            <a:r>
              <a:t>24 сек</a:t>
            </a:r>
          </a:p>
        </p:txBody>
      </p:sp>
      <p:sp>
        <p:nvSpPr>
          <p:cNvPr id="13" name="Автофигура1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ggAAAA8BAAAAkAAAAEgAAACQAAAASAAAAAAAAAAAAAAAAAAAAAEAAABQAAAAHoXrUbge5T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iAMAAIoSAAD/BAAAmhkAABAAAAAmAAAACAAAAP//////////"/>
              </a:ext>
            </a:extLst>
          </p:cNvSpPr>
          <p:nvPr/>
        </p:nvSpPr>
        <p:spPr>
          <a:xfrm>
            <a:off x="574040" y="3013710"/>
            <a:ext cx="238125" cy="1148080"/>
          </a:xfrm>
          <a:prstGeom prst="leftBrace">
            <a:avLst>
              <a:gd name="adj1" fmla="val 8500"/>
              <a:gd name="adj2" fmla="val 50000"/>
            </a:avLst>
          </a:prstGeom>
          <a:noFill/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  <p:txBody>
          <a:bodyPr/>
          <a:lstStyle/>
          <a:p>
            <a:endParaRPr lang="ru-RU"/>
          </a:p>
        </p:txBody>
      </p:sp>
      <p:sp>
        <p:nvSpPr>
          <p:cNvPr id="14" name="Текстовое поле6"/>
          <p:cNvSpPr txBox="1"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EgAAAA8B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NwI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cw8AAO0aAAAZEgAAzxsAABAAAAAmAAAACAAAAP//////////"/>
              </a:ext>
            </a:extLst>
          </p:cNvSpPr>
          <p:nvPr/>
        </p:nvSpPr>
        <p:spPr>
          <a:xfrm>
            <a:off x="2511425" y="4377055"/>
            <a:ext cx="430530" cy="14351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t"/>
          <a:lstStyle/>
          <a:p>
            <a:pPr algn="l">
              <a:defRPr lang="ru-ru" sz="700" cap="none"/>
            </a:pPr>
            <a:r>
              <a:t>27 сек</a:t>
            </a:r>
          </a:p>
        </p:txBody>
      </p:sp>
      <p:sp>
        <p:nvSpPr>
          <p:cNvPr id="15" name="Текстовое поле7"/>
          <p:cNvSpPr txBox="1"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EgAAAA8B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nRUAAAIYAACOMAAAQBwAABAAAAAmAAAACAAAAP//////////"/>
              </a:ext>
            </a:extLst>
          </p:cNvSpPr>
          <p:nvPr/>
        </p:nvSpPr>
        <p:spPr>
          <a:xfrm>
            <a:off x="3513455" y="3902710"/>
            <a:ext cx="4379595" cy="68961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t"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1100" b="1" cap="none">
                <a:latin typeface="Times New Roman" pitchFamily="1" charset="-52"/>
                <a:ea typeface="Times New Roman" pitchFamily="1" charset="-52"/>
                <a:cs typeface="Times New Roman" pitchFamily="1" charset="-52"/>
              </a:defRPr>
            </a:pPr>
            <a:r>
              <a:t>Время такта = 3368/30 = 112, 27 сек на 1 справку</a:t>
            </a:r>
          </a:p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1100" b="1" cap="none">
                <a:latin typeface="Times New Roman" pitchFamily="1" charset="-52"/>
                <a:ea typeface="Times New Roman" pitchFamily="1" charset="-52"/>
                <a:cs typeface="Times New Roman" pitchFamily="1" charset="-52"/>
              </a:defRPr>
            </a:pP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MSShafigullin\Desktop\2020\Презентация КФУ\kfu_logo_circle_rus.png"/>
          <p:cNvPicPr>
            <a:picLocks noChangeAspect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7_fXcNaB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AcAAAA4AAAAAAAAAAAAAAAAAAAA////AAAAAAAAAAAAAAAAAAAAAAAAAAAAAAAAAAAAAABkAAAAZAAAAAAAAAAjAAAABAAAAGQAAAAXAAAAFAAAAAAAAAAAAAAA/38AAP9/AAAAAAAACQAAAAQAAACjAwQ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O7s4QPMzMwAwMD/AH9/fwAAAAAAAAAAAAAAAAD///8AAAAAACEAAAAYAAAAFAAAANgAAAD/AAAAPwQAAFIE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161925"/>
            <a:ext cx="553085" cy="54038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Номер слайда 8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UCgAAFQdAABwNQAAAx8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ru-ru"/>
            </a:pPr>
            <a:r>
              <a:t>11</a:t>
            </a:r>
          </a:p>
        </p:txBody>
      </p:sp>
      <p:sp>
        <p:nvSpPr>
          <p:cNvPr id="4" name="Прямоугольник1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B/f38A7uzhA8zMzADAwP8Af39/AAAAAAAAAAAAAAAAAAAAAAAAAAAAIQAAABgAAAAUAAAA6QYAAFMBAADDMgAAaAMAAAAgAAAmAAAACAAAAP//////////"/>
              </a:ext>
            </a:extLst>
          </p:cNvSpPr>
          <p:nvPr/>
        </p:nvSpPr>
        <p:spPr>
          <a:xfrm>
            <a:off x="1123315" y="215265"/>
            <a:ext cx="7128510" cy="33845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algn="ctr">
              <a:defRPr lang="ru-ru"/>
            </a:pPr>
            <a:r>
              <a:rPr lang="ru-ru" sz="1600" b="1" cap="none"/>
              <a:t>ПРОЦЕСС «ОБРАБОТКА ЗАПРОСОВ ОТ ГОСУДАРСТВЕННЫХ ВЕДОМСТВ»</a:t>
            </a:r>
          </a:p>
        </p:txBody>
      </p:sp>
      <p:sp>
        <p:nvSpPr>
          <p:cNvPr id="5" name="Текстовое поле1"/>
          <p:cNvSpPr txBox="1"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EgAAAA8B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K8N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+QMAALgYAAC4GAAAVx8AAAAAAAAmAAAACAAAAP//////////"/>
              </a:ext>
            </a:extLst>
          </p:cNvSpPr>
          <p:nvPr/>
        </p:nvSpPr>
        <p:spPr>
          <a:xfrm>
            <a:off x="645795" y="4018280"/>
            <a:ext cx="3372485" cy="10763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t"/>
          <a:lstStyle/>
          <a:p>
            <a:pPr algn="l">
              <a:defRPr lang="ru-ru" sz="1000" cap="none"/>
            </a:pPr>
            <a:r>
              <a:t>1. Справка, в которой нужно исправить </a:t>
            </a:r>
            <a:r>
              <a:rPr lang="ru-ru" u="sng"/>
              <a:t>год</a:t>
            </a:r>
            <a:r>
              <a:t> обучения, удалить </a:t>
            </a:r>
            <a:r>
              <a:rPr lang="ru-ru" u="sng"/>
              <a:t>приказы</a:t>
            </a:r>
            <a:r>
              <a:t> и указать </a:t>
            </a:r>
            <a:r>
              <a:rPr lang="ru-ru" u="sng"/>
              <a:t>причину</a:t>
            </a:r>
            <a:r>
              <a:t> академ. отпуска</a:t>
            </a:r>
          </a:p>
          <a:p>
            <a:pPr algn="l">
              <a:defRPr lang="ru-ru" sz="1000" cap="none"/>
            </a:pPr>
            <a:r>
              <a:t>2. Справка, в которой нужно исправить </a:t>
            </a:r>
            <a:r>
              <a:rPr lang="ru-ru" u="sng"/>
              <a:t>год</a:t>
            </a:r>
            <a:r>
              <a:t> обучения и удалить </a:t>
            </a:r>
            <a:r>
              <a:rPr lang="ru-ru" u="sng"/>
              <a:t>приказы</a:t>
            </a:r>
          </a:p>
          <a:p>
            <a:pPr algn="l">
              <a:defRPr lang="ru-ru" sz="1000" cap="none"/>
            </a:pPr>
            <a:r>
              <a:t>3. Справка, в которой нужно удалить </a:t>
            </a:r>
            <a:r>
              <a:rPr lang="ru-ru" u="sng"/>
              <a:t>приказы</a:t>
            </a:r>
          </a:p>
        </p:txBody>
      </p:sp>
      <p:pic>
        <p:nvPicPr>
          <p:cNvPr id="6" name="Изображение1"/>
          <p:cNvPicPr>
            <a:picLocks noChangeAspect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7_fXcNaBMAAAAlAAAAEQAAAC8B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AcAAAA4AAAAAAAAAAAAAAAAAAAA////AAAAAAAAAAAASwEAAIAAAAAHAgAAtAAAAAAAAABkAAAAZAAAAAAAAAAjAAAABAAAAGQAAAAXAAAAFAAAAAAAAAAAAAAA/38AAP9/AAAAAAAACQAAAAQAAACjAwQ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O7s4QPMzMwAwMD/AH9/fwAAAAAAAAAAAAAAAAD///8AAAAAACEAAAAYAAAAFAAAAGoEAADbBAAA1hcAAG0YAAAAAAAAJgAAAAgAAAD//////////w=="/>
              </a:ext>
            </a:extLst>
          </p:cNvPicPr>
          <p:nvPr/>
        </p:nvPicPr>
        <p:blipFill>
          <a:blip r:embed="rId4"/>
          <a:srcRect l="3310" t="1280" r="5190" b="1800"/>
          <a:stretch>
            <a:fillRect/>
          </a:stretch>
        </p:blipFill>
        <p:spPr>
          <a:xfrm>
            <a:off x="717550" y="789305"/>
            <a:ext cx="3157220" cy="318135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7" name="Текстовое поле2"/>
          <p:cNvSpPr txBox="1"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EgAAAA8B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K8N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yxkAAEcYAABAOAAAdR4AAAAAAAAmAAAACAAAAP//////////"/>
              </a:ext>
            </a:extLst>
          </p:cNvSpPr>
          <p:nvPr/>
        </p:nvSpPr>
        <p:spPr>
          <a:xfrm>
            <a:off x="4192905" y="3946525"/>
            <a:ext cx="4951095" cy="100457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t"/>
          <a:lstStyle/>
          <a:p>
            <a:pPr algn="l">
              <a:defRPr lang="ru-ru" sz="1000" b="1" cap="none"/>
            </a:pPr>
            <a:r>
              <a:t>Выводы: </a:t>
            </a:r>
          </a:p>
          <a:p>
            <a:pPr algn="l">
              <a:defRPr lang="ru-ru" sz="1000" cap="none"/>
            </a:pPr>
            <a:r>
              <a:t>Во время такта укладывается только тот формат, при котором удаляются лишь приказы. </a:t>
            </a:r>
          </a:p>
          <a:p>
            <a:pPr algn="l">
              <a:defRPr lang="ru-ru" sz="1000" cap="none"/>
            </a:pPr>
            <a:r>
              <a:t>Наибольшее время занимает расставление пробелов между абзацами,выравнивание текста по одинаковому формату (27 сек) и удаление лишних приказов (15 сек). </a:t>
            </a:r>
          </a:p>
          <a:p>
            <a:pPr algn="l">
              <a:defRPr lang="ru-ru" sz="1000" cap="none"/>
            </a:pPr>
            <a:r>
              <a:t>Эти операции можно убрать, тогда процесс подготовки каждого из вариантов справки сократится на 42 сек</a:t>
            </a:r>
          </a:p>
          <a:p>
            <a:pPr algn="l">
              <a:defRPr lang="ru-ru" sz="1100" cap="none"/>
            </a:pPr>
            <a:endParaRPr/>
          </a:p>
        </p:txBody>
      </p:sp>
      <p:pic>
        <p:nvPicPr>
          <p:cNvPr id="8" name="Изображение2"/>
          <p:cNvPicPr>
            <a:picLocks noChangeAspect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7_fXcNaBMAAAAlAAAAEQAAAC8B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AcAAAA4AAAAAAAAAAAAAAAAAAAA////AAAAAAAAAAAAkwEAABkAAABQAQAAAAAAAAAAAABkAAAAZAAAAAAAAAAjAAAABAAAAGQAAAAXAAAAFAAAAAAAAAAAAAAA/38AAP9/AAAAAAAACQAAAAQAAACjAwQ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O7s4QPMzMwAwMD/AH9/fwAAAAAAAAAAAAAAAAD///8AAAAAACEAAAAYAAAAFAAAADkgAADbBAAAFjQAAJIYAAAAAAAAJgAAAAgAAAD//////////w=="/>
              </a:ext>
            </a:extLst>
          </p:cNvPicPr>
          <p:nvPr/>
        </p:nvPicPr>
        <p:blipFill>
          <a:blip r:embed="rId5"/>
          <a:srcRect l="4030" t="250" r="3360"/>
          <a:stretch>
            <a:fillRect/>
          </a:stretch>
        </p:blipFill>
        <p:spPr>
          <a:xfrm>
            <a:off x="5238115" y="789305"/>
            <a:ext cx="3228975" cy="320484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9" name="Линия1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CgAAAA8B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BAAAAAAAAAAAAAAkUAAAAAQAAABQAAAAUAAAAFAAAAAEAAAAAAAAAZAAAAGQAAAABAAAAlgAAAJY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GFkCQ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RxgAAHIPAABXHwAAdA8AAAAAAAAmAAAACAAAAP//////////"/>
              </a:ext>
            </a:extLst>
          </p:cNvSpPr>
          <p:nvPr/>
        </p:nvSpPr>
        <p:spPr>
          <a:xfrm>
            <a:off x="3946525" y="2510790"/>
            <a:ext cx="1148080" cy="127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headEnd type="none"/>
            <a:tailEnd type="stealth" w="lg" len="lg"/>
          </a:ln>
          <a:effectLst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MSShafigullin\Desktop\2020\Презентация КФУ\kfu_logo_circle_rus.png"/>
          <p:cNvPicPr>
            <a:picLocks noChangeAspect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7_fXcNaB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AcAAAA4AAAAAAAAAAAAAAAAAAAA////AAAAAAAAAAAAAAAAAAAAAAAAAAAAAAAAAAAAAABkAAAAZAAAAAAAAAAjAAAABAAAAGQAAAAXAAAAFAAAAAAAAAAAAAAA/38AAP9/AAAAAAAACQAAAAQAAACjAwQ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O7s4QPMzMwAwMD/AH9/fwAAAAAAAAAAAAAAAAD///8AAAAAACEAAAAYAAAAFAAAANgAAAD/AAAAPwQAAFIE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161925"/>
            <a:ext cx="553085" cy="54038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Номер слайда 8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UCgAAFQdAABwNQAAAx8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ru-ru"/>
            </a:pPr>
            <a:r>
              <a:t>11</a:t>
            </a:r>
          </a:p>
        </p:txBody>
      </p:sp>
      <p:sp>
        <p:nvSpPr>
          <p:cNvPr id="4" name="Прямоугольник1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B/f38A7uzhA8zMzADAwP8Af39/AAAAAAAAAAAAAAAAAAAAAAAAAAAAIQAAABgAAAAUAAAA6QYAAFMBAADDMgAAaAMAAAAgAAAmAAAACAAAAP//////////"/>
              </a:ext>
            </a:extLst>
          </p:cNvSpPr>
          <p:nvPr/>
        </p:nvSpPr>
        <p:spPr>
          <a:xfrm>
            <a:off x="1123315" y="215265"/>
            <a:ext cx="7128510" cy="33845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algn="ctr">
              <a:defRPr lang="ru-ru"/>
            </a:pPr>
            <a:r>
              <a:rPr lang="ru-ru" sz="1600" b="1" cap="none"/>
              <a:t>ПРОЦЕСС «ОБРАБОТКА ЗАПРОСОВ ОТ ГОСУДАРСТВЕННЫХ ВЕДОМСТВ» </a:t>
            </a:r>
          </a:p>
        </p:txBody>
      </p:sp>
      <p:pic>
        <p:nvPicPr>
          <p:cNvPr id="5" name="Изображение4"/>
          <p:cNvPicPr>
            <a:picLocks noChangeAspect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7_fXcNaBMAAAAlAAAAEQAAAC8B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AcAAAA4AAAAAAAAAAAAAAAAAAAA////AAAAAAAAAAAAAAAAAAAAAAAAAAAALwQAAAAAAABkAAAAZAAAAAAAAAAjAAAABAAAAGQAAAAXAAAAFAAAAAAAAAAAAAAA/38AAP9/AAAAAAAACQAAAAQAAACjAwQ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O7s4QPMzMwAwMD/AH9/fwAAAAAAAAAAAAAAAAD///8AAAAAACEAAAAYAAAAFAAAAAQHAABqBAAAKRkAAKkVAAAAAAAAJgAAAAgAAAD//////////w=="/>
              </a:ext>
            </a:extLst>
          </p:cNvPicPr>
          <p:nvPr/>
        </p:nvPicPr>
        <p:blipFill>
          <a:blip r:embed="rId4"/>
          <a:srcRect b="10710"/>
          <a:stretch>
            <a:fillRect/>
          </a:stretch>
        </p:blipFill>
        <p:spPr>
          <a:xfrm>
            <a:off x="1140460" y="717550"/>
            <a:ext cx="2949575" cy="2803525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6" name="Изображение1"/>
          <p:cNvPicPr>
            <a:picLocks noChangeAspect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7_fXcNaBMAAAAlAAAAEQAAAC8B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AcAAAA4AAAAAAAAAAAAAAAAAAAA////AAAAAAAAAAAAAAAAADcDAADCAQAAAAAAAAAAAABkAAAAZAAAAAAAAAAjAAAABAAAAGQAAAAXAAAAFAAAAAAAAAAAAAAA/38AAP9/AAAAAAAACQAAAAQAAACjAwQ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O7s4QPMzMwAwMD/AH9/fwAAAAAAAAAAAAAAAAD///8AAAAAACEAAAAYAAAAFAAAACoHAACrFQAArBgAAKQfAAAAAAAAJgAAAAgAAAD//////////w=="/>
              </a:ext>
            </a:extLst>
          </p:cNvPicPr>
          <p:nvPr/>
        </p:nvPicPr>
        <p:blipFill>
          <a:blip r:embed="rId5"/>
          <a:srcRect t="8230" r="4500"/>
          <a:stretch>
            <a:fillRect/>
          </a:stretch>
        </p:blipFill>
        <p:spPr>
          <a:xfrm>
            <a:off x="1164590" y="3522345"/>
            <a:ext cx="2846070" cy="162115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7" name="Прямоугольник2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B/f38A7uzhA8zMzADAwP8Af39/AAAAAAAAAAAAAAAAAAAAAAAAAAAAIQAAABgAAAAUAAAATAUAAGoEAAAnCgAAnwYAAAAAAAAmAAAACAAAAP//////////"/>
              </a:ext>
            </a:extLst>
          </p:cNvSpPr>
          <p:nvPr/>
        </p:nvSpPr>
        <p:spPr>
          <a:xfrm>
            <a:off x="861060" y="717550"/>
            <a:ext cx="789305" cy="3587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algn="ctr">
              <a:defRPr lang="ru-ru" sz="1600" b="1" cap="none"/>
            </a:pPr>
            <a:r>
              <a:t>TO BE:</a:t>
            </a:r>
          </a:p>
        </p:txBody>
      </p:sp>
      <p:sp>
        <p:nvSpPr>
          <p:cNvPr id="8" name="Текстовое поле1"/>
          <p:cNvSpPr txBox="1"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EgAAAA8B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K8N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kx0AACcKAABSMgAAZRcAAAAAAAAmAAAACAAAAP//////////"/>
              </a:ext>
            </a:extLst>
          </p:cNvSpPr>
          <p:nvPr/>
        </p:nvSpPr>
        <p:spPr>
          <a:xfrm>
            <a:off x="4807585" y="1650365"/>
            <a:ext cx="3372485" cy="21526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t"/>
          <a:lstStyle/>
          <a:p>
            <a:pPr algn="l">
              <a:defRPr lang="ru-ru" sz="1000" b="1" cap="none"/>
            </a:pPr>
            <a:r>
              <a:t>Меры по оптимизации процесса подготовки справок:</a:t>
            </a:r>
          </a:p>
          <a:p>
            <a:pPr algn="l">
              <a:defRPr lang="ru-ru" sz="1000" cap="none"/>
            </a:pPr>
            <a:r>
              <a:t>1) Исключить расставление пробелов между абзацами и выравнивание текста (-27 сек)</a:t>
            </a:r>
          </a:p>
          <a:p>
            <a:pPr algn="l">
              <a:defRPr lang="ru-ru" sz="1000" cap="none"/>
            </a:pPr>
            <a:r>
              <a:t>2) Исключить удаление лишних приказов (-15 сек)</a:t>
            </a:r>
          </a:p>
          <a:p>
            <a:pPr algn="ctr">
              <a:defRPr lang="ru-ru" sz="1000" cap="none">
                <a:solidFill>
                  <a:srgbClr val="FF0000"/>
                </a:solidFill>
              </a:defRPr>
            </a:pPr>
            <a:r>
              <a:t>Время цикла сократится на 42 сек</a:t>
            </a:r>
          </a:p>
          <a:p>
            <a:pPr algn="ctr">
              <a:defRPr lang="ru-ru" sz="1000" cap="none">
                <a:solidFill>
                  <a:srgbClr val="FF0000"/>
                </a:solidFill>
              </a:defRPr>
            </a:pPr>
            <a:endParaRPr/>
          </a:p>
          <a:p>
            <a:pPr algn="l">
              <a:defRPr lang="ru-ru" sz="1000" b="1" cap="none"/>
            </a:pPr>
            <a:r>
              <a:t>Меры по оптимизации процесса упаковки и отправки справок:</a:t>
            </a:r>
          </a:p>
          <a:p>
            <a:pPr algn="l">
              <a:defRPr lang="ru-ru" sz="1000" b="0" cap="none"/>
            </a:pPr>
            <a:r>
              <a:t>1) Держать конверты на своем рабочем столе (-1 мин 2 сек)</a:t>
            </a:r>
          </a:p>
          <a:p>
            <a:pPr algn="l">
              <a:defRPr lang="ru-ru" sz="1000" b="0" cap="none"/>
            </a:pPr>
            <a:r>
              <a:t>2) Заранее заполнить часть конверта: отправителя, место отправления и индекс (-58 сек)</a:t>
            </a:r>
          </a:p>
          <a:p>
            <a:pPr algn="ctr">
              <a:defRPr lang="ru-ru" sz="1000" cap="none">
                <a:solidFill>
                  <a:srgbClr val="FF0000"/>
                </a:solidFill>
              </a:defRPr>
            </a:pPr>
            <a:r>
              <a:t>Время цикла сократится на 2 мин</a:t>
            </a:r>
          </a:p>
          <a:p>
            <a:pPr algn="ctr">
              <a:defRPr lang="ru-ru" sz="1000" cap="none">
                <a:solidFill>
                  <a:srgbClr val="FF0000"/>
                </a:solidFill>
              </a:defRPr>
            </a:pPr>
            <a:endParaRPr/>
          </a:p>
          <a:p>
            <a:pPr algn="ctr">
              <a:defRPr lang="ru-ru" sz="1000" cap="none">
                <a:solidFill>
                  <a:srgbClr val="FF0000"/>
                </a:solidFill>
              </a:defRPr>
            </a:pP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MSShafigullin\Desktop\2020\Презентация КФУ\kfu_logo_circle_rus.png"/>
          <p:cNvPicPr>
            <a:picLocks noChangeAspect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7_fXcNaB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AcAAAA4AAAAAAAAAAAAAAAAAAAA////AAAAAAAAAAAAAAAAAAAAAAAAAAAAAAAAAAAAAABkAAAAZAAAAAAAAAAjAAAABAAAAGQAAAAXAAAAFAAAAAAAAAAAAAAA/38AAP9/AAAAAAAACQAAAAQAAACjAwQ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O7s4QPMzMwAwMD/AH9/fwAAAAAAAAAAAAAAAAD///8AAAAAACEAAAAYAAAAFAAAANgAAAD/AAAAPwQAAFIE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161925"/>
            <a:ext cx="553085" cy="54038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Номер слайда 8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UCgAAFQdAABwNQAAAx8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ru-ru"/>
            </a:pPr>
            <a:r>
              <a:t>11</a:t>
            </a:r>
          </a:p>
        </p:txBody>
      </p:sp>
      <p:sp>
        <p:nvSpPr>
          <p:cNvPr id="4" name="Прямоугольник1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B/f38A7uzhA8zMzADAwP8Af39/AAAAAAAAAAAAAAAAAAAAAAAAAAAAIQAAABgAAAAUAAAA6QYAAFMBAADDMgAAaAMAAAAgAAAmAAAACAAAAP//////////"/>
              </a:ext>
            </a:extLst>
          </p:cNvSpPr>
          <p:nvPr/>
        </p:nvSpPr>
        <p:spPr>
          <a:xfrm>
            <a:off x="1123315" y="215265"/>
            <a:ext cx="7128510" cy="33845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algn="ctr">
              <a:defRPr lang="ru-ru"/>
            </a:pPr>
            <a:r>
              <a:rPr lang="ru-ru" sz="1600" b="1" cap="none"/>
              <a:t>ПРОЦЕСС «ОБРАБОТКА ЗАПРОСОВ ОТ ГОСУДАРСТВЕННЫХ ВЕДОМСТВ» </a:t>
            </a:r>
          </a:p>
        </p:txBody>
      </p:sp>
      <p:sp>
        <p:nvSpPr>
          <p:cNvPr id="5" name="Текстовое поле2"/>
          <p:cNvSpPr txBox="1"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EgAAAA8B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K8N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SScAAOsLAABpNQAAuBgAAAAAAAAmAAAACAAAAP//////////"/>
              </a:ext>
            </a:extLst>
          </p:cNvSpPr>
          <p:nvPr/>
        </p:nvSpPr>
        <p:spPr>
          <a:xfrm>
            <a:off x="6386195" y="1937385"/>
            <a:ext cx="2296160" cy="208089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t"/>
          <a:lstStyle/>
          <a:p>
            <a:pPr algn="l">
              <a:defRPr lang="ru-ru" sz="1000" b="1" cap="none"/>
            </a:pPr>
            <a:r>
              <a:t>Дополнения:</a:t>
            </a:r>
          </a:p>
          <a:p>
            <a:pPr algn="l">
              <a:defRPr lang="ru-ru" sz="1000" b="0" cap="none"/>
            </a:pPr>
            <a:r>
              <a:t>Чтобы избежать переделывания документов, необходимо чтобы заготовка с указанием сроков обучения отдельных направлений была прикреплена рядом с компьютером. Тогда сотрудник сразу будет указывать верные даты</a:t>
            </a:r>
          </a:p>
          <a:p>
            <a:pPr algn="ctr">
              <a:defRPr lang="ru-ru" sz="1000" cap="none">
                <a:solidFill>
                  <a:srgbClr val="FF0000"/>
                </a:solidFill>
              </a:defRPr>
            </a:pPr>
            <a:endParaRPr/>
          </a:p>
          <a:p>
            <a:pPr algn="ctr">
              <a:defRPr lang="ru-ru" sz="1000" cap="none">
                <a:solidFill>
                  <a:srgbClr val="FF0000"/>
                </a:solidFill>
              </a:defRPr>
            </a:pPr>
            <a:endParaRPr/>
          </a:p>
          <a:p>
            <a:pPr algn="ctr">
              <a:defRPr lang="ru-ru" sz="1000" cap="none">
                <a:solidFill>
                  <a:srgbClr val="FF0000"/>
                </a:solidFill>
              </a:defRPr>
            </a:pPr>
            <a:endParaRPr/>
          </a:p>
        </p:txBody>
      </p:sp>
      <p:pic>
        <p:nvPicPr>
          <p:cNvPr id="6" name="Изображение1"/>
          <p:cNvPicPr>
            <a:picLocks noChangeAspect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7_fXcNaBMAAAAlAAAAEQAAAC8B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AcAAAA4AAAAAAAAAAAAAAAAAAAA////AAAAAAAAAAAAgQUAAJkGAAAYAQAAyAUAAAAAAABkAAAAZAAAAAAAAAAjAAAABAAAAGQAAAAXAAAAFAAAAAAAAAAAAAAA/38AAP9/AAAAAAAACQAAAAQAAACjAwQ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O7s4QPMzMwAwMD/AH9/fwAAAAAAAAAAAAAAAAD///8AAAAAACEAAAAYAAAAFAAAAFMBAAAzBgAA3yMAAM8bAAAAAAAAJgAAAAgAAAD//////////w=="/>
              </a:ext>
            </a:extLst>
          </p:cNvPicPr>
          <p:nvPr/>
        </p:nvPicPr>
        <p:blipFill>
          <a:blip r:embed="rId4"/>
          <a:srcRect l="14090" t="16890" r="2800" b="14800"/>
          <a:stretch>
            <a:fillRect/>
          </a:stretch>
        </p:blipFill>
        <p:spPr>
          <a:xfrm>
            <a:off x="215265" y="1007745"/>
            <a:ext cx="5615940" cy="351282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7" name="Текстовое поле1"/>
          <p:cNvSpPr txBox="1"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EgAAAA8B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NwI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UwEAAJ8GAACRDgAA1AgAAAAAAAAmAAAACAAAAP//////////"/>
              </a:ext>
            </a:extLst>
          </p:cNvSpPr>
          <p:nvPr/>
        </p:nvSpPr>
        <p:spPr>
          <a:xfrm>
            <a:off x="215265" y="1076325"/>
            <a:ext cx="2152650" cy="3587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t"/>
          <a:lstStyle/>
          <a:p>
            <a:pPr>
              <a:defRPr lang="ru-ru" cap="none">
                <a:solidFill>
                  <a:schemeClr val="folHlink"/>
                </a:solidFill>
              </a:defRPr>
            </a:pPr>
            <a:r>
              <a:rPr lang="ru-ru" sz="2000" cap="none"/>
              <a:t>была здесь</a:t>
            </a:r>
          </a:p>
        </p:txBody>
      </p:sp>
      <p:cxnSp>
        <p:nvCxnSpPr>
          <p:cNvPr id="8" name="Соединительная линия1"/>
          <p:cNvCxnSpPr>
            <a:stCxn id="7" idx="2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DwAAAA8B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BAAAAAAAAAAAAAAkUAAAAAQAAABQAAAAUAAAAFAAAAAEAAAAAAAAAZAAAAGQAAAABAAAAlgAAAJY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B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2wQAANQIAADyBwAACQsAAAAAAAAmAAAACAAAAP//////////"/>
              </a:ext>
            </a:extLst>
          </p:cNvCxnSpPr>
          <p:nvPr/>
        </p:nvCxnSpPr>
        <p:spPr>
          <a:xfrm rot="5400000">
            <a:off x="861060" y="1363345"/>
            <a:ext cx="358775" cy="502285"/>
          </a:xfrm>
          <a:prstGeom prst="curvedConnector2">
            <a:avLst/>
          </a:prstGeom>
          <a:noFill/>
          <a:ln w="12700" cap="flat" cmpd="sng" algn="ctr">
            <a:solidFill>
              <a:schemeClr val="tx1"/>
            </a:solidFill>
            <a:prstDash val="solid"/>
            <a:headEnd type="none"/>
            <a:tailEnd type="stealth" w="lg" len="lg"/>
          </a:ln>
          <a:effectLst/>
        </p:spPr>
      </p:cxnSp>
      <p:sp>
        <p:nvSpPr>
          <p:cNvPr id="9" name="Текстовое поле3"/>
          <p:cNvSpPr txBox="1"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EgAAAA8B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NwI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egsAAN0TAAB8GgAAEhYAAAAAAAAmAAAACAAAAP//////////"/>
              </a:ext>
            </a:extLst>
          </p:cNvSpPr>
          <p:nvPr/>
        </p:nvSpPr>
        <p:spPr>
          <a:xfrm>
            <a:off x="1865630" y="3228975"/>
            <a:ext cx="2439670" cy="3587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t"/>
          <a:lstStyle/>
          <a:p>
            <a:pPr>
              <a:defRPr lang="ru-ru" sz="2000" cap="none">
                <a:solidFill>
                  <a:schemeClr val="folHlink"/>
                </a:solidFill>
              </a:defRPr>
            </a:pPr>
            <a:r>
              <a:t>а желательно сюда</a:t>
            </a:r>
          </a:p>
        </p:txBody>
      </p:sp>
      <p:cxnSp>
        <p:nvCxnSpPr>
          <p:cNvPr id="10" name="Соединительная линия2"/>
          <p:cNvCxnSpPr>
            <a:stCxn id="9" idx="0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XcNaBMAAAAlAAAADwAAAA8BAAAAkAAAAEgAAACQAAAASAAAAAAAAAAAAAAAAAAAAAEAAABQAAAAv/UMApf/NL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BAAAAAAAAAAAAAAkUAAAAAQAAABQAAAAUAAAAFAAAAAEAAAAAAAAAZAAAAGQAAAABAAAAlgAAAJY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B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VRAAACcKAAD7EgAA3RMAAAAAAAAmAAAACAAAAP//////////"/>
              </a:ext>
            </a:extLst>
          </p:cNvCxnSpPr>
          <p:nvPr/>
        </p:nvCxnSpPr>
        <p:spPr>
          <a:xfrm rot="5400000" flipH="1">
            <a:off x="2080895" y="2224405"/>
            <a:ext cx="1578610" cy="430530"/>
          </a:xfrm>
          <a:prstGeom prst="curvedConnector2">
            <a:avLst/>
          </a:prstGeom>
          <a:noFill/>
          <a:ln w="12700" cap="flat" cmpd="sng" algn="ctr">
            <a:solidFill>
              <a:schemeClr val="tx1"/>
            </a:solidFill>
            <a:prstDash val="solid"/>
            <a:headEnd type="none"/>
            <a:tailEnd type="stealth" w="lg" len="lg"/>
          </a:ln>
          <a:effectLst/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E0A73-5777-D2F6-9CFA-A0F5D5CF7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MSShafigullin\Desktop\2020\Презентация КФУ\kfu_logo_circle_rus.png">
            <a:extLst>
              <a:ext uri="{FF2B5EF4-FFF2-40B4-BE49-F238E27FC236}">
                <a16:creationId xmlns:a16="http://schemas.microsoft.com/office/drawing/2014/main" id="{8363A42F-3407-3D59-1D0E-A446B72D92B2}"/>
              </a:ext>
            </a:extLst>
          </p:cNvPr>
          <p:cNvPicPr>
            <a:picLocks noChangeAspect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7_fXcNaB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AcAAAA4AAAAAAAAAAAAAAAAAAAA////AAAAAAAAAAAAAAAAAAAAAAAAAAAAAAAAAAAAAABkAAAAZAAAAAAAAAAjAAAABAAAAGQAAAAXAAAAFAAAAAAAAAAAAAAA/38AAP9/AAAAAAAACQAAAAQAAACjAwQ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O7s4QPMzMwAwMD/AH9/fwAAAAAAAAAAAAAAAAD///8AAAAAACEAAAAYAAAAFAAAANgAAAD/AAAAPwQAAFIE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161925"/>
            <a:ext cx="553085" cy="54038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Номер слайда 8">
            <a:extLst>
              <a:ext uri="{FF2B5EF4-FFF2-40B4-BE49-F238E27FC236}">
                <a16:creationId xmlns:a16="http://schemas.microsoft.com/office/drawing/2014/main" id="{E8A4ED26-9D8F-065B-A9E4-AE8C0559EFA8}"/>
              </a:ext>
            </a:extLst>
          </p:cNvPr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fXcNaB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7uzhA8zMzADAwP8Af39/AAAAAAAAAAAAAAAAAAAAAAAAAAAAIQAAABgAAAAUAAAAUCgAAFQdAABwNQAAAx8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ru-ru"/>
            </a:pPr>
            <a:fld id="{3FFF6BF3-BDD2-AA9D-9C47-4BC825096A1E}" type="slidenum">
              <a:rPr/>
              <a:t>28</a:t>
            </a:fld>
            <a:endParaRPr/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84E5579C-0B7D-094E-8D87-8A65DB466298}"/>
              </a:ext>
            </a:extLst>
          </p:cNvPr>
          <p:cNvSpPr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fXcNaB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B/f38A7uzhA8zMzADAwP8Af39/AAAAAAAAAAAAAAAAAAAAAAAAAAAAIQAAABgAAAAUAAAA3QYAADQBAAC3MgAASQMAABAgAAAmAAAACAAAAP//////////"/>
              </a:ext>
            </a:extLst>
          </p:cNvSpPr>
          <p:nvPr/>
        </p:nvSpPr>
        <p:spPr>
          <a:xfrm>
            <a:off x="1115695" y="195580"/>
            <a:ext cx="7128510" cy="33845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algn="ctr">
              <a:defRPr lang="ru-ru"/>
            </a:pPr>
            <a:r>
              <a:rPr lang="ru-ru" sz="1600" b="1" cap="none" dirty="0"/>
              <a:t>ПРОЦЕСС «</a:t>
            </a:r>
            <a:r>
              <a:rPr lang="ru-ru" sz="1600" b="1" dirty="0"/>
              <a:t>АНКЕТИРОВАНИЕ</a:t>
            </a:r>
            <a:r>
              <a:rPr lang="ru-ru" sz="1600" b="1" cap="none" dirty="0"/>
              <a:t>»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67D850D-1377-C9C7-9B90-045FBBB006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555" y="702310"/>
            <a:ext cx="8831580" cy="3895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905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CD1CC-1758-86D3-D8D3-C472C78CD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0770530-47E8-AAFA-3544-C9EBE0FE0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ru-ru"/>
            </a:pPr>
            <a:fld id="{3FFF12E7-A9D2-AAE4-9C47-5FB15C096A0A}" type="datetime1">
              <a:rPr lang="ru-RU" smtClean="0"/>
              <a:t>29.04.2025</a:t>
            </a:fld>
            <a:endParaRPr lang="ru-RU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2944D2D-0F1A-67B3-1B50-FC5AC92E0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ru-ru"/>
            </a:pPr>
            <a:fld id="{3FFF5840-0ED2-AAAE-9C47-F8FB16096AAD}" type="slidenum">
              <a:rPr lang="ru-RU" smtClean="0"/>
              <a:t>29</a:t>
            </a:fld>
            <a:endParaRPr lang="ru-RU"/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DBECCFD3-AFEF-334A-F5F0-1E99972087B6}"/>
              </a:ext>
            </a:extLst>
          </p:cNvPr>
          <p:cNvSpPr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fXcNaB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B/f38A7uzhA8zMzADAwP8Af39/AAAAAAAAAAAAAAAAAAAAAAAAAAAAIQAAABgAAAAUAAAA3QYAADQBAAC3MgAASQMAABAgAAAmAAAACAAAAP//////////"/>
              </a:ext>
            </a:extLst>
          </p:cNvSpPr>
          <p:nvPr/>
        </p:nvSpPr>
        <p:spPr>
          <a:xfrm>
            <a:off x="1115694" y="339560"/>
            <a:ext cx="7128510" cy="33845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algn="ctr">
              <a:defRPr lang="ru-ru"/>
            </a:pPr>
            <a:r>
              <a:rPr lang="ru-ru" sz="1600" b="1" cap="none" dirty="0"/>
              <a:t>ПРОЦЕСС «АНКЕТИРОВАНИЕ»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7C983C6-656F-A12B-8338-2F5DB0C471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660" t="33259" r="10764" b="29075"/>
          <a:stretch/>
        </p:blipFill>
        <p:spPr>
          <a:xfrm>
            <a:off x="841057" y="921385"/>
            <a:ext cx="7677785" cy="3094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2986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F8000-5DD5-6851-AC70-07367A328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3F417D2-BE95-A5FA-30C8-0A3EC3509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ru-ru"/>
            </a:pPr>
            <a:fld id="{3FFF12E7-A9D2-AAE4-9C47-5FB15C096A0A}" type="datetime1">
              <a:rPr lang="ru-RU" smtClean="0"/>
              <a:t>29.04.2025</a:t>
            </a:fld>
            <a:endParaRPr lang="ru-RU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5BAF160-28B0-F325-0E67-6FC3BBBAC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ru-ru"/>
            </a:pPr>
            <a:fld id="{3FFF5840-0ED2-AAAE-9C47-F8FB16096AAD}" type="slidenum">
              <a:rPr lang="ru-RU" smtClean="0"/>
              <a:t>30</a:t>
            </a:fld>
            <a:endParaRPr lang="ru-RU"/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D7719662-E6D4-6A1F-2B80-DB5FB434FB58}"/>
              </a:ext>
            </a:extLst>
          </p:cNvPr>
          <p:cNvSpPr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fXcNaB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B/f38A7uzhA8zMzADAwP8Af39/AAAAAAAAAAAAAAAAAAAAAAAAAAAAIQAAABgAAAAUAAAA3QYAADQBAAC3MgAASQMAABAgAAAmAAAACAAAAP//////////"/>
              </a:ext>
            </a:extLst>
          </p:cNvSpPr>
          <p:nvPr/>
        </p:nvSpPr>
        <p:spPr>
          <a:xfrm>
            <a:off x="1199515" y="440188"/>
            <a:ext cx="7128510" cy="33845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algn="ctr">
              <a:defRPr lang="ru-ru"/>
            </a:pPr>
            <a:r>
              <a:rPr lang="ru-RU" sz="1600" b="1" dirty="0"/>
              <a:t>М</a:t>
            </a:r>
            <a:r>
              <a:rPr lang="ru-ru" sz="1600" b="1" dirty="0"/>
              <a:t>ОДЕЛЬ ПРОЦЕССА</a:t>
            </a:r>
            <a:r>
              <a:rPr lang="en-US" sz="1600" b="1" dirty="0"/>
              <a:t> </a:t>
            </a:r>
            <a:r>
              <a:rPr lang="ru-RU" sz="1600" b="1" dirty="0"/>
              <a:t>«</a:t>
            </a:r>
            <a:r>
              <a:rPr lang="en-US" sz="1600" b="1" dirty="0"/>
              <a:t>AS IS</a:t>
            </a:r>
            <a:r>
              <a:rPr lang="ru-RU" sz="1600" b="1" dirty="0"/>
              <a:t>» В НОТАЦИИ </a:t>
            </a:r>
            <a:r>
              <a:rPr lang="en-US" sz="1600" b="1" dirty="0"/>
              <a:t>BPMN</a:t>
            </a:r>
            <a:r>
              <a:rPr lang="ru-ru" sz="1600" b="1" dirty="0"/>
              <a:t> </a:t>
            </a:r>
            <a:endParaRPr lang="ru-ru" sz="1600" b="1" cap="non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1607BF-37C9-EECD-1091-4552795A9346}"/>
              </a:ext>
            </a:extLst>
          </p:cNvPr>
          <p:cNvSpPr txBox="1"/>
          <p:nvPr/>
        </p:nvSpPr>
        <p:spPr>
          <a:xfrm>
            <a:off x="5699761" y="4372041"/>
            <a:ext cx="34442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На одну анкету уходит 58 сек 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7A036BE-6D5E-F22C-7D02-157CF143BD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4532"/>
            <a:ext cx="9144000" cy="2094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263397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resentation">
      <a:majorFont>
        <a:latin typeface="Calibri"/>
        <a:ea typeface="Calibri"/>
        <a:cs typeface="Calibri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resentation">
      <a:majorFont>
        <a:latin typeface="Calibri"/>
        <a:ea typeface="Calibri"/>
        <a:cs typeface="Calibri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Override1.xml><?xml version="1.0" encoding="utf-8"?>
<a:themeOverride xmlns:a="http://schemas.openxmlformats.org/drawingml/2006/main">
  <a:clrScheme name="Presentation 1">
    <a:dk1>
      <a:srgbClr val="000000"/>
    </a:dk1>
    <a:lt1>
      <a:srgbClr val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Presentation 1">
    <a:dk1>
      <a:srgbClr val="000000"/>
    </a:dk1>
    <a:lt1>
      <a:srgbClr val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.xml><?xml version="1.0" encoding="utf-8"?>
<a:themeOverride xmlns:a="http://schemas.openxmlformats.org/drawingml/2006/main">
  <a:clrScheme name="Presentation 1">
    <a:dk1>
      <a:srgbClr val="000000"/>
    </a:dk1>
    <a:lt1>
      <a:srgbClr val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4.xml><?xml version="1.0" encoding="utf-8"?>
<a:themeOverride xmlns:a="http://schemas.openxmlformats.org/drawingml/2006/main">
  <a:clrScheme name="Presentation 1">
    <a:dk1>
      <a:srgbClr val="000000"/>
    </a:dk1>
    <a:lt1>
      <a:srgbClr val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5.xml><?xml version="1.0" encoding="utf-8"?>
<a:themeOverride xmlns:a="http://schemas.openxmlformats.org/drawingml/2006/main">
  <a:clrScheme name="Presentation 1">
    <a:dk1>
      <a:srgbClr val="000000"/>
    </a:dk1>
    <a:lt1>
      <a:srgbClr val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6.xml><?xml version="1.0" encoding="utf-8"?>
<a:themeOverride xmlns:a="http://schemas.openxmlformats.org/drawingml/2006/main">
  <a:clrScheme name="Presentation 1">
    <a:dk1>
      <a:srgbClr val="000000"/>
    </a:dk1>
    <a:lt1>
      <a:srgbClr val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7.xml><?xml version="1.0" encoding="utf-8"?>
<a:themeOverride xmlns:a="http://schemas.openxmlformats.org/drawingml/2006/main">
  <a:clrScheme name="Presentation 1">
    <a:dk1>
      <a:srgbClr val="000000"/>
    </a:dk1>
    <a:lt1>
      <a:srgbClr val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8.xml><?xml version="1.0" encoding="utf-8"?>
<a:themeOverride xmlns:a="http://schemas.openxmlformats.org/drawingml/2006/main">
  <a:clrScheme name="Presentation 1">
    <a:dk1>
      <a:srgbClr val="000000"/>
    </a:dk1>
    <a:lt1>
      <a:srgbClr val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9.xml><?xml version="1.0" encoding="utf-8"?>
<a:themeOverride xmlns:a="http://schemas.openxmlformats.org/drawingml/2006/main">
  <a:clrScheme name="Presentation 1">
    <a:dk1>
      <a:srgbClr val="000000"/>
    </a:dk1>
    <a:lt1>
      <a:srgbClr val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0.xml><?xml version="1.0" encoding="utf-8"?>
<a:themeOverride xmlns:a="http://schemas.openxmlformats.org/drawingml/2006/main">
  <a:clrScheme name="Presentation 1">
    <a:dk1>
      <a:srgbClr val="000000"/>
    </a:dk1>
    <a:lt1>
      <a:srgbClr val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1.xml><?xml version="1.0" encoding="utf-8"?>
<a:themeOverride xmlns:a="http://schemas.openxmlformats.org/drawingml/2006/main">
  <a:clrScheme name="Presentation 1">
    <a:dk1>
      <a:srgbClr val="000000"/>
    </a:dk1>
    <a:lt1>
      <a:srgbClr val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2.xml><?xml version="1.0" encoding="utf-8"?>
<a:themeOverride xmlns:a="http://schemas.openxmlformats.org/drawingml/2006/main">
  <a:clrScheme name="Presentation 1">
    <a:dk1>
      <a:srgbClr val="000000"/>
    </a:dk1>
    <a:lt1>
      <a:srgbClr val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3.xml><?xml version="1.0" encoding="utf-8"?>
<a:themeOverride xmlns:a="http://schemas.openxmlformats.org/drawingml/2006/main">
  <a:clrScheme name="Presentation 1">
    <a:dk1>
      <a:srgbClr val="000000"/>
    </a:dk1>
    <a:lt1>
      <a:srgbClr val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4.xml><?xml version="1.0" encoding="utf-8"?>
<a:themeOverride xmlns:a="http://schemas.openxmlformats.org/drawingml/2006/main">
  <a:clrScheme name="Presentation 1">
    <a:dk1>
      <a:srgbClr val="000000"/>
    </a:dk1>
    <a:lt1>
      <a:srgbClr val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5.xml><?xml version="1.0" encoding="utf-8"?>
<a:themeOverride xmlns:a="http://schemas.openxmlformats.org/drawingml/2006/main">
  <a:clrScheme name="Presentation 1">
    <a:dk1>
      <a:srgbClr val="000000"/>
    </a:dk1>
    <a:lt1>
      <a:srgbClr val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6.xml><?xml version="1.0" encoding="utf-8"?>
<a:themeOverride xmlns:a="http://schemas.openxmlformats.org/drawingml/2006/main">
  <a:clrScheme name="Presentation 1">
    <a:dk1>
      <a:srgbClr val="000000"/>
    </a:dk1>
    <a:lt1>
      <a:srgbClr val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7.xml><?xml version="1.0" encoding="utf-8"?>
<a:themeOverride xmlns:a="http://schemas.openxmlformats.org/drawingml/2006/main">
  <a:clrScheme name="Presentation 1">
    <a:dk1>
      <a:srgbClr val="000000"/>
    </a:dk1>
    <a:lt1>
      <a:srgbClr val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8.xml><?xml version="1.0" encoding="utf-8"?>
<a:themeOverride xmlns:a="http://schemas.openxmlformats.org/drawingml/2006/main">
  <a:clrScheme name="Presentation 1">
    <a:dk1>
      <a:srgbClr val="000000"/>
    </a:dk1>
    <a:lt1>
      <a:srgbClr val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2279</Words>
  <Application>Microsoft Office PowerPoint</Application>
  <PresentationFormat>Экран (16:9)</PresentationFormat>
  <Paragraphs>290</Paragraphs>
  <Slides>30</Slides>
  <Notes>18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30</vt:i4>
      </vt:variant>
    </vt:vector>
  </HeadingPairs>
  <TitlesOfParts>
    <vt:vector size="31" baseType="lpstr">
      <vt:lpstr>Presentation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Шафигуллин Марат Шарифуллович</dc:creator>
  <cp:keywords/>
  <dc:description/>
  <cp:lastModifiedBy>Karina Khabibullina</cp:lastModifiedBy>
  <cp:revision>6</cp:revision>
  <dcterms:created xsi:type="dcterms:W3CDTF">2020-07-15T10:53:07Z</dcterms:created>
  <dcterms:modified xsi:type="dcterms:W3CDTF">2025-04-29T09:26:43Z</dcterms:modified>
</cp:coreProperties>
</file>